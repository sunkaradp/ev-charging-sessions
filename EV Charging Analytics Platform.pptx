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 snapToGrid="0">
      <p:cViewPr>
        <p:scale>
          <a:sx n="66" d="100"/>
          <a:sy n="66" d="100"/>
        </p:scale>
        <p:origin x="34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image" Target="../media/image4.png"/><Relationship Id="rId6" Type="http://schemas.openxmlformats.org/officeDocument/2006/relationships/image" Target="../media/image18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20.svg"/><Relationship Id="rId4" Type="http://schemas.openxmlformats.org/officeDocument/2006/relationships/image" Target="../media/image1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5E2A46-A62C-4B89-BD17-E977F29D73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BB1275-A12C-49A9-8D2A-0056F1071FD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Build complete cloud-based EV charging analytics system</a:t>
          </a:r>
          <a:endParaRPr lang="en-US"/>
        </a:p>
      </dgm:t>
    </dgm:pt>
    <dgm:pt modelId="{C4EDBF03-84D5-4DF5-BB18-987276AB1DBC}" type="parTrans" cxnId="{FBB466CC-6B55-47F1-8DD5-4322DE50A993}">
      <dgm:prSet/>
      <dgm:spPr/>
      <dgm:t>
        <a:bodyPr/>
        <a:lstStyle/>
        <a:p>
          <a:endParaRPr lang="en-US"/>
        </a:p>
      </dgm:t>
    </dgm:pt>
    <dgm:pt modelId="{2D85B5B9-0157-420C-8698-E76594BD29AF}" type="sibTrans" cxnId="{FBB466CC-6B55-47F1-8DD5-4322DE50A993}">
      <dgm:prSet/>
      <dgm:spPr/>
      <dgm:t>
        <a:bodyPr/>
        <a:lstStyle/>
        <a:p>
          <a:endParaRPr lang="en-US"/>
        </a:p>
      </dgm:t>
    </dgm:pt>
    <dgm:pt modelId="{6D786214-CF04-40E7-A65C-59C414D33BD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Implement real-time streaming pipeline</a:t>
          </a:r>
          <a:endParaRPr lang="en-US"/>
        </a:p>
      </dgm:t>
    </dgm:pt>
    <dgm:pt modelId="{1ED2DA44-97B5-4A4D-972A-6A6D5AAE4D51}" type="parTrans" cxnId="{F5F3E5C4-58AB-4704-B155-2DB50FD80172}">
      <dgm:prSet/>
      <dgm:spPr/>
      <dgm:t>
        <a:bodyPr/>
        <a:lstStyle/>
        <a:p>
          <a:endParaRPr lang="en-US"/>
        </a:p>
      </dgm:t>
    </dgm:pt>
    <dgm:pt modelId="{1EE5301A-FD7C-40E0-9F9A-7C7D1F07CDFB}" type="sibTrans" cxnId="{F5F3E5C4-58AB-4704-B155-2DB50FD80172}">
      <dgm:prSet/>
      <dgm:spPr/>
      <dgm:t>
        <a:bodyPr/>
        <a:lstStyle/>
        <a:p>
          <a:endParaRPr lang="en-US"/>
        </a:p>
      </dgm:t>
    </dgm:pt>
    <dgm:pt modelId="{8A86D358-9C21-475E-9BD4-0DDE55E38DA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Perform batch aggregation using Airflow</a:t>
          </a:r>
          <a:endParaRPr lang="en-US"/>
        </a:p>
      </dgm:t>
    </dgm:pt>
    <dgm:pt modelId="{7B01F502-009A-47CD-9372-4DC4C17907AA}" type="parTrans" cxnId="{E0E13AB8-FB7E-49EF-B005-1837D23ACC3F}">
      <dgm:prSet/>
      <dgm:spPr/>
      <dgm:t>
        <a:bodyPr/>
        <a:lstStyle/>
        <a:p>
          <a:endParaRPr lang="en-US"/>
        </a:p>
      </dgm:t>
    </dgm:pt>
    <dgm:pt modelId="{6853CBB1-316F-464F-B0BE-1CB10E8EAED6}" type="sibTrans" cxnId="{E0E13AB8-FB7E-49EF-B005-1837D23ACC3F}">
      <dgm:prSet/>
      <dgm:spPr/>
      <dgm:t>
        <a:bodyPr/>
        <a:lstStyle/>
        <a:p>
          <a:endParaRPr lang="en-US"/>
        </a:p>
      </dgm:t>
    </dgm:pt>
    <dgm:pt modelId="{AAF10865-5CDE-404E-B61A-F8F362F3405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Store data in BigQuery warehouse</a:t>
          </a:r>
          <a:endParaRPr lang="en-US"/>
        </a:p>
      </dgm:t>
    </dgm:pt>
    <dgm:pt modelId="{BC81CA82-BA70-4A48-99AC-7F8B4FD44DC7}" type="parTrans" cxnId="{37B2CE71-9FE5-4E2B-8162-36102130EBE4}">
      <dgm:prSet/>
      <dgm:spPr/>
      <dgm:t>
        <a:bodyPr/>
        <a:lstStyle/>
        <a:p>
          <a:endParaRPr lang="en-US"/>
        </a:p>
      </dgm:t>
    </dgm:pt>
    <dgm:pt modelId="{7B982AB2-A1BE-4252-985E-2FCD48DF953C}" type="sibTrans" cxnId="{37B2CE71-9FE5-4E2B-8162-36102130EBE4}">
      <dgm:prSet/>
      <dgm:spPr/>
      <dgm:t>
        <a:bodyPr/>
        <a:lstStyle/>
        <a:p>
          <a:endParaRPr lang="en-US"/>
        </a:p>
      </dgm:t>
    </dgm:pt>
    <dgm:pt modelId="{32033CF0-AC9A-4F40-B5BE-3D934A1B7C4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Train ML model to predict total revenue</a:t>
          </a:r>
          <a:endParaRPr lang="en-US"/>
        </a:p>
      </dgm:t>
    </dgm:pt>
    <dgm:pt modelId="{D1EC27DA-9EE5-4F80-8B39-032B46D13121}" type="parTrans" cxnId="{72765AB1-5121-4863-9E18-0B007C69FCCC}">
      <dgm:prSet/>
      <dgm:spPr/>
      <dgm:t>
        <a:bodyPr/>
        <a:lstStyle/>
        <a:p>
          <a:endParaRPr lang="en-US"/>
        </a:p>
      </dgm:t>
    </dgm:pt>
    <dgm:pt modelId="{4F43D44C-DF6E-4BBB-829A-4D7E1E73AEE6}" type="sibTrans" cxnId="{72765AB1-5121-4863-9E18-0B007C69FCCC}">
      <dgm:prSet/>
      <dgm:spPr/>
      <dgm:t>
        <a:bodyPr/>
        <a:lstStyle/>
        <a:p>
          <a:endParaRPr lang="en-US"/>
        </a:p>
      </dgm:t>
    </dgm:pt>
    <dgm:pt modelId="{F59A5973-682D-4D90-B78A-2E8F9AEDA54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Monitor system performance and reliability</a:t>
          </a:r>
          <a:endParaRPr lang="en-US"/>
        </a:p>
      </dgm:t>
    </dgm:pt>
    <dgm:pt modelId="{73BD631A-9772-42D9-A8CB-7643EC8D66C2}" type="parTrans" cxnId="{4CC4C9FA-AA43-41B6-B43A-34E7C3E217C2}">
      <dgm:prSet/>
      <dgm:spPr/>
      <dgm:t>
        <a:bodyPr/>
        <a:lstStyle/>
        <a:p>
          <a:endParaRPr lang="en-US"/>
        </a:p>
      </dgm:t>
    </dgm:pt>
    <dgm:pt modelId="{75306A53-8C74-47EC-92FC-AE9B84CAF025}" type="sibTrans" cxnId="{4CC4C9FA-AA43-41B6-B43A-34E7C3E217C2}">
      <dgm:prSet/>
      <dgm:spPr/>
      <dgm:t>
        <a:bodyPr/>
        <a:lstStyle/>
        <a:p>
          <a:endParaRPr lang="en-US"/>
        </a:p>
      </dgm:t>
    </dgm:pt>
    <dgm:pt modelId="{320132D4-4212-44DE-A1E2-09D9EE7637EB}" type="pres">
      <dgm:prSet presAssocID="{005E2A46-A62C-4B89-BD17-E977F29D73E7}" presName="root" presStyleCnt="0">
        <dgm:presLayoutVars>
          <dgm:dir/>
          <dgm:resizeHandles val="exact"/>
        </dgm:presLayoutVars>
      </dgm:prSet>
      <dgm:spPr/>
    </dgm:pt>
    <dgm:pt modelId="{9C97246A-AF93-4D59-9583-712AB37F9A2E}" type="pres">
      <dgm:prSet presAssocID="{14BB1275-A12C-49A9-8D2A-0056F1071FDA}" presName="compNode" presStyleCnt="0"/>
      <dgm:spPr/>
    </dgm:pt>
    <dgm:pt modelId="{33DB4BCA-7983-44ED-8C4E-DA94AB666324}" type="pres">
      <dgm:prSet presAssocID="{14BB1275-A12C-49A9-8D2A-0056F1071FDA}" presName="bgRect" presStyleLbl="bgShp" presStyleIdx="0" presStyleCnt="6"/>
      <dgm:spPr/>
    </dgm:pt>
    <dgm:pt modelId="{468E1972-1EFA-48B4-A283-48039D7A293C}" type="pres">
      <dgm:prSet presAssocID="{14BB1275-A12C-49A9-8D2A-0056F1071FD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61A30E82-6AA8-4CCC-9D3C-7B94FDA89DEC}" type="pres">
      <dgm:prSet presAssocID="{14BB1275-A12C-49A9-8D2A-0056F1071FDA}" presName="spaceRect" presStyleCnt="0"/>
      <dgm:spPr/>
    </dgm:pt>
    <dgm:pt modelId="{CFA4CFD7-1E94-453D-8158-14AAFB3BD4CA}" type="pres">
      <dgm:prSet presAssocID="{14BB1275-A12C-49A9-8D2A-0056F1071FDA}" presName="parTx" presStyleLbl="revTx" presStyleIdx="0" presStyleCnt="6">
        <dgm:presLayoutVars>
          <dgm:chMax val="0"/>
          <dgm:chPref val="0"/>
        </dgm:presLayoutVars>
      </dgm:prSet>
      <dgm:spPr/>
    </dgm:pt>
    <dgm:pt modelId="{F34CA1D0-F676-4B9E-B1C6-95BE61FAAD51}" type="pres">
      <dgm:prSet presAssocID="{2D85B5B9-0157-420C-8698-E76594BD29AF}" presName="sibTrans" presStyleCnt="0"/>
      <dgm:spPr/>
    </dgm:pt>
    <dgm:pt modelId="{DA10A54C-EAE5-4FCE-87DD-F01134A655B6}" type="pres">
      <dgm:prSet presAssocID="{6D786214-CF04-40E7-A65C-59C414D33BD6}" presName="compNode" presStyleCnt="0"/>
      <dgm:spPr/>
    </dgm:pt>
    <dgm:pt modelId="{A36794B4-DBFB-4E61-A9F1-281414236BA0}" type="pres">
      <dgm:prSet presAssocID="{6D786214-CF04-40E7-A65C-59C414D33BD6}" presName="bgRect" presStyleLbl="bgShp" presStyleIdx="1" presStyleCnt="6"/>
      <dgm:spPr/>
    </dgm:pt>
    <dgm:pt modelId="{214FAE7F-C958-48DF-9838-03F57888DC81}" type="pres">
      <dgm:prSet presAssocID="{6D786214-CF04-40E7-A65C-59C414D33BD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21D8CAB-857A-472B-9160-8D8D94BEBDEB}" type="pres">
      <dgm:prSet presAssocID="{6D786214-CF04-40E7-A65C-59C414D33BD6}" presName="spaceRect" presStyleCnt="0"/>
      <dgm:spPr/>
    </dgm:pt>
    <dgm:pt modelId="{64266AE3-6D6B-4722-8E9A-7F11CBC36E40}" type="pres">
      <dgm:prSet presAssocID="{6D786214-CF04-40E7-A65C-59C414D33BD6}" presName="parTx" presStyleLbl="revTx" presStyleIdx="1" presStyleCnt="6">
        <dgm:presLayoutVars>
          <dgm:chMax val="0"/>
          <dgm:chPref val="0"/>
        </dgm:presLayoutVars>
      </dgm:prSet>
      <dgm:spPr/>
    </dgm:pt>
    <dgm:pt modelId="{AD27429F-268B-4A85-8D61-9C15E1D76B48}" type="pres">
      <dgm:prSet presAssocID="{1EE5301A-FD7C-40E0-9F9A-7C7D1F07CDFB}" presName="sibTrans" presStyleCnt="0"/>
      <dgm:spPr/>
    </dgm:pt>
    <dgm:pt modelId="{A2D84CC7-8421-44ED-9146-D8AD5DB138B5}" type="pres">
      <dgm:prSet presAssocID="{8A86D358-9C21-475E-9BD4-0DDE55E38DAC}" presName="compNode" presStyleCnt="0"/>
      <dgm:spPr/>
    </dgm:pt>
    <dgm:pt modelId="{BC48B031-3EF3-4608-BFC1-F9D457549C08}" type="pres">
      <dgm:prSet presAssocID="{8A86D358-9C21-475E-9BD4-0DDE55E38DAC}" presName="bgRect" presStyleLbl="bgShp" presStyleIdx="2" presStyleCnt="6"/>
      <dgm:spPr/>
    </dgm:pt>
    <dgm:pt modelId="{934930A0-49D1-41C5-B950-FF00644F6AC2}" type="pres">
      <dgm:prSet presAssocID="{8A86D358-9C21-475E-9BD4-0DDE55E38DA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0279271-AFF7-45A1-B2E2-0720AB623C34}" type="pres">
      <dgm:prSet presAssocID="{8A86D358-9C21-475E-9BD4-0DDE55E38DAC}" presName="spaceRect" presStyleCnt="0"/>
      <dgm:spPr/>
    </dgm:pt>
    <dgm:pt modelId="{B4A149CE-55DC-416E-9C69-38CBDACCA1E0}" type="pres">
      <dgm:prSet presAssocID="{8A86D358-9C21-475E-9BD4-0DDE55E38DAC}" presName="parTx" presStyleLbl="revTx" presStyleIdx="2" presStyleCnt="6">
        <dgm:presLayoutVars>
          <dgm:chMax val="0"/>
          <dgm:chPref val="0"/>
        </dgm:presLayoutVars>
      </dgm:prSet>
      <dgm:spPr/>
    </dgm:pt>
    <dgm:pt modelId="{5BC42B8F-F7F8-47C7-81A2-061C79CCF3D2}" type="pres">
      <dgm:prSet presAssocID="{6853CBB1-316F-464F-B0BE-1CB10E8EAED6}" presName="sibTrans" presStyleCnt="0"/>
      <dgm:spPr/>
    </dgm:pt>
    <dgm:pt modelId="{6D1DB7E7-8697-4F94-B5D5-CCC91CC5F2CB}" type="pres">
      <dgm:prSet presAssocID="{AAF10865-5CDE-404E-B61A-F8F362F34050}" presName="compNode" presStyleCnt="0"/>
      <dgm:spPr/>
    </dgm:pt>
    <dgm:pt modelId="{ED010CAE-95D4-447A-903B-971931A35317}" type="pres">
      <dgm:prSet presAssocID="{AAF10865-5CDE-404E-B61A-F8F362F34050}" presName="bgRect" presStyleLbl="bgShp" presStyleIdx="3" presStyleCnt="6"/>
      <dgm:spPr/>
    </dgm:pt>
    <dgm:pt modelId="{5C81184B-6461-424F-A516-522A36231C7C}" type="pres">
      <dgm:prSet presAssocID="{AAF10865-5CDE-404E-B61A-F8F362F3405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081C869-CB12-4C90-B646-ECE75B2F1B29}" type="pres">
      <dgm:prSet presAssocID="{AAF10865-5CDE-404E-B61A-F8F362F34050}" presName="spaceRect" presStyleCnt="0"/>
      <dgm:spPr/>
    </dgm:pt>
    <dgm:pt modelId="{6EAC6D9C-32CB-4DAE-85CC-0109A4C28670}" type="pres">
      <dgm:prSet presAssocID="{AAF10865-5CDE-404E-B61A-F8F362F34050}" presName="parTx" presStyleLbl="revTx" presStyleIdx="3" presStyleCnt="6">
        <dgm:presLayoutVars>
          <dgm:chMax val="0"/>
          <dgm:chPref val="0"/>
        </dgm:presLayoutVars>
      </dgm:prSet>
      <dgm:spPr/>
    </dgm:pt>
    <dgm:pt modelId="{3A21EFDD-8C23-41B8-87FC-3E29D6086511}" type="pres">
      <dgm:prSet presAssocID="{7B982AB2-A1BE-4252-985E-2FCD48DF953C}" presName="sibTrans" presStyleCnt="0"/>
      <dgm:spPr/>
    </dgm:pt>
    <dgm:pt modelId="{6E164E00-00E9-425A-A7A5-EAC887670E1F}" type="pres">
      <dgm:prSet presAssocID="{32033CF0-AC9A-4F40-B5BE-3D934A1B7C44}" presName="compNode" presStyleCnt="0"/>
      <dgm:spPr/>
    </dgm:pt>
    <dgm:pt modelId="{8FA431EB-9BB7-4D30-81E7-E1AAE0A0AD5B}" type="pres">
      <dgm:prSet presAssocID="{32033CF0-AC9A-4F40-B5BE-3D934A1B7C44}" presName="bgRect" presStyleLbl="bgShp" presStyleIdx="4" presStyleCnt="6"/>
      <dgm:spPr/>
    </dgm:pt>
    <dgm:pt modelId="{4D1A97D4-77B6-43A7-ABC9-6A458E717EF1}" type="pres">
      <dgm:prSet presAssocID="{32033CF0-AC9A-4F40-B5BE-3D934A1B7C4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F1233BF-F03C-4F36-BE16-075C1A76420D}" type="pres">
      <dgm:prSet presAssocID="{32033CF0-AC9A-4F40-B5BE-3D934A1B7C44}" presName="spaceRect" presStyleCnt="0"/>
      <dgm:spPr/>
    </dgm:pt>
    <dgm:pt modelId="{D7C25E30-1E61-4823-A72F-338BCBE11977}" type="pres">
      <dgm:prSet presAssocID="{32033CF0-AC9A-4F40-B5BE-3D934A1B7C44}" presName="parTx" presStyleLbl="revTx" presStyleIdx="4" presStyleCnt="6">
        <dgm:presLayoutVars>
          <dgm:chMax val="0"/>
          <dgm:chPref val="0"/>
        </dgm:presLayoutVars>
      </dgm:prSet>
      <dgm:spPr/>
    </dgm:pt>
    <dgm:pt modelId="{98749BAA-8092-41FC-8658-B82515E54A2F}" type="pres">
      <dgm:prSet presAssocID="{4F43D44C-DF6E-4BBB-829A-4D7E1E73AEE6}" presName="sibTrans" presStyleCnt="0"/>
      <dgm:spPr/>
    </dgm:pt>
    <dgm:pt modelId="{621C863D-FFAF-45DD-9D1F-E8B4891C536B}" type="pres">
      <dgm:prSet presAssocID="{F59A5973-682D-4D90-B78A-2E8F9AEDA543}" presName="compNode" presStyleCnt="0"/>
      <dgm:spPr/>
    </dgm:pt>
    <dgm:pt modelId="{A0C9B152-A2B5-4950-8D69-CF84BFE491C0}" type="pres">
      <dgm:prSet presAssocID="{F59A5973-682D-4D90-B78A-2E8F9AEDA543}" presName="bgRect" presStyleLbl="bgShp" presStyleIdx="5" presStyleCnt="6"/>
      <dgm:spPr/>
    </dgm:pt>
    <dgm:pt modelId="{CF479436-2FF2-4098-9F3A-F675EFF6B831}" type="pres">
      <dgm:prSet presAssocID="{F59A5973-682D-4D90-B78A-2E8F9AEDA54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07E5285-B0F5-45AA-B1E3-60F701898E19}" type="pres">
      <dgm:prSet presAssocID="{F59A5973-682D-4D90-B78A-2E8F9AEDA543}" presName="spaceRect" presStyleCnt="0"/>
      <dgm:spPr/>
    </dgm:pt>
    <dgm:pt modelId="{20534D55-F70A-4FE1-AEC8-AA0176D4A0EE}" type="pres">
      <dgm:prSet presAssocID="{F59A5973-682D-4D90-B78A-2E8F9AEDA54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8789002-B896-4496-9437-F1CE10EA9814}" type="presOf" srcId="{005E2A46-A62C-4B89-BD17-E977F29D73E7}" destId="{320132D4-4212-44DE-A1E2-09D9EE7637EB}" srcOrd="0" destOrd="0" presId="urn:microsoft.com/office/officeart/2018/2/layout/IconVerticalSolidList"/>
    <dgm:cxn modelId="{60AF5303-66F1-413C-BEF0-BA88FAF81943}" type="presOf" srcId="{14BB1275-A12C-49A9-8D2A-0056F1071FDA}" destId="{CFA4CFD7-1E94-453D-8158-14AAFB3BD4CA}" srcOrd="0" destOrd="0" presId="urn:microsoft.com/office/officeart/2018/2/layout/IconVerticalSolidList"/>
    <dgm:cxn modelId="{83AEDA0F-B586-465C-8464-CC4A03224A8C}" type="presOf" srcId="{32033CF0-AC9A-4F40-B5BE-3D934A1B7C44}" destId="{D7C25E30-1E61-4823-A72F-338BCBE11977}" srcOrd="0" destOrd="0" presId="urn:microsoft.com/office/officeart/2018/2/layout/IconVerticalSolidList"/>
    <dgm:cxn modelId="{CBAB081C-DE3A-4A22-9B1F-D2AF435B4792}" type="presOf" srcId="{F59A5973-682D-4D90-B78A-2E8F9AEDA543}" destId="{20534D55-F70A-4FE1-AEC8-AA0176D4A0EE}" srcOrd="0" destOrd="0" presId="urn:microsoft.com/office/officeart/2018/2/layout/IconVerticalSolidList"/>
    <dgm:cxn modelId="{37B2CE71-9FE5-4E2B-8162-36102130EBE4}" srcId="{005E2A46-A62C-4B89-BD17-E977F29D73E7}" destId="{AAF10865-5CDE-404E-B61A-F8F362F34050}" srcOrd="3" destOrd="0" parTransId="{BC81CA82-BA70-4A48-99AC-7F8B4FD44DC7}" sibTransId="{7B982AB2-A1BE-4252-985E-2FCD48DF953C}"/>
    <dgm:cxn modelId="{96DF6190-9456-4A2C-9CE3-031D070A9729}" type="presOf" srcId="{6D786214-CF04-40E7-A65C-59C414D33BD6}" destId="{64266AE3-6D6B-4722-8E9A-7F11CBC36E40}" srcOrd="0" destOrd="0" presId="urn:microsoft.com/office/officeart/2018/2/layout/IconVerticalSolidList"/>
    <dgm:cxn modelId="{72765AB1-5121-4863-9E18-0B007C69FCCC}" srcId="{005E2A46-A62C-4B89-BD17-E977F29D73E7}" destId="{32033CF0-AC9A-4F40-B5BE-3D934A1B7C44}" srcOrd="4" destOrd="0" parTransId="{D1EC27DA-9EE5-4F80-8B39-032B46D13121}" sibTransId="{4F43D44C-DF6E-4BBB-829A-4D7E1E73AEE6}"/>
    <dgm:cxn modelId="{E0E13AB8-FB7E-49EF-B005-1837D23ACC3F}" srcId="{005E2A46-A62C-4B89-BD17-E977F29D73E7}" destId="{8A86D358-9C21-475E-9BD4-0DDE55E38DAC}" srcOrd="2" destOrd="0" parTransId="{7B01F502-009A-47CD-9372-4DC4C17907AA}" sibTransId="{6853CBB1-316F-464F-B0BE-1CB10E8EAED6}"/>
    <dgm:cxn modelId="{F5F3E5C4-58AB-4704-B155-2DB50FD80172}" srcId="{005E2A46-A62C-4B89-BD17-E977F29D73E7}" destId="{6D786214-CF04-40E7-A65C-59C414D33BD6}" srcOrd="1" destOrd="0" parTransId="{1ED2DA44-97B5-4A4D-972A-6A6D5AAE4D51}" sibTransId="{1EE5301A-FD7C-40E0-9F9A-7C7D1F07CDFB}"/>
    <dgm:cxn modelId="{FBB466CC-6B55-47F1-8DD5-4322DE50A993}" srcId="{005E2A46-A62C-4B89-BD17-E977F29D73E7}" destId="{14BB1275-A12C-49A9-8D2A-0056F1071FDA}" srcOrd="0" destOrd="0" parTransId="{C4EDBF03-84D5-4DF5-BB18-987276AB1DBC}" sibTransId="{2D85B5B9-0157-420C-8698-E76594BD29AF}"/>
    <dgm:cxn modelId="{45ECB2DF-8A92-4DF8-B7F9-322DF3FB0C4C}" type="presOf" srcId="{8A86D358-9C21-475E-9BD4-0DDE55E38DAC}" destId="{B4A149CE-55DC-416E-9C69-38CBDACCA1E0}" srcOrd="0" destOrd="0" presId="urn:microsoft.com/office/officeart/2018/2/layout/IconVerticalSolidList"/>
    <dgm:cxn modelId="{4CC4C9FA-AA43-41B6-B43A-34E7C3E217C2}" srcId="{005E2A46-A62C-4B89-BD17-E977F29D73E7}" destId="{F59A5973-682D-4D90-B78A-2E8F9AEDA543}" srcOrd="5" destOrd="0" parTransId="{73BD631A-9772-42D9-A8CB-7643EC8D66C2}" sibTransId="{75306A53-8C74-47EC-92FC-AE9B84CAF025}"/>
    <dgm:cxn modelId="{E2682CFD-0A37-4E88-BC60-677B43284E6D}" type="presOf" srcId="{AAF10865-5CDE-404E-B61A-F8F362F34050}" destId="{6EAC6D9C-32CB-4DAE-85CC-0109A4C28670}" srcOrd="0" destOrd="0" presId="urn:microsoft.com/office/officeart/2018/2/layout/IconVerticalSolidList"/>
    <dgm:cxn modelId="{DE79D66F-BCCD-4A66-834E-698E536D283F}" type="presParOf" srcId="{320132D4-4212-44DE-A1E2-09D9EE7637EB}" destId="{9C97246A-AF93-4D59-9583-712AB37F9A2E}" srcOrd="0" destOrd="0" presId="urn:microsoft.com/office/officeart/2018/2/layout/IconVerticalSolidList"/>
    <dgm:cxn modelId="{B72EB5E7-3A7E-486E-BE2C-E4622A367B40}" type="presParOf" srcId="{9C97246A-AF93-4D59-9583-712AB37F9A2E}" destId="{33DB4BCA-7983-44ED-8C4E-DA94AB666324}" srcOrd="0" destOrd="0" presId="urn:microsoft.com/office/officeart/2018/2/layout/IconVerticalSolidList"/>
    <dgm:cxn modelId="{FDD00833-7452-4031-BF8B-822DE7E39F59}" type="presParOf" srcId="{9C97246A-AF93-4D59-9583-712AB37F9A2E}" destId="{468E1972-1EFA-48B4-A283-48039D7A293C}" srcOrd="1" destOrd="0" presId="urn:microsoft.com/office/officeart/2018/2/layout/IconVerticalSolidList"/>
    <dgm:cxn modelId="{D0B4134A-BDBE-4108-AE13-A7D4D6EBBC1E}" type="presParOf" srcId="{9C97246A-AF93-4D59-9583-712AB37F9A2E}" destId="{61A30E82-6AA8-4CCC-9D3C-7B94FDA89DEC}" srcOrd="2" destOrd="0" presId="urn:microsoft.com/office/officeart/2018/2/layout/IconVerticalSolidList"/>
    <dgm:cxn modelId="{1FD63056-3DBC-4461-8973-C76E4145C815}" type="presParOf" srcId="{9C97246A-AF93-4D59-9583-712AB37F9A2E}" destId="{CFA4CFD7-1E94-453D-8158-14AAFB3BD4CA}" srcOrd="3" destOrd="0" presId="urn:microsoft.com/office/officeart/2018/2/layout/IconVerticalSolidList"/>
    <dgm:cxn modelId="{CC4C73AF-B0A6-4807-9DEF-CC032BDC327D}" type="presParOf" srcId="{320132D4-4212-44DE-A1E2-09D9EE7637EB}" destId="{F34CA1D0-F676-4B9E-B1C6-95BE61FAAD51}" srcOrd="1" destOrd="0" presId="urn:microsoft.com/office/officeart/2018/2/layout/IconVerticalSolidList"/>
    <dgm:cxn modelId="{1B8785A2-C07A-4085-B8D1-337F3832CB19}" type="presParOf" srcId="{320132D4-4212-44DE-A1E2-09D9EE7637EB}" destId="{DA10A54C-EAE5-4FCE-87DD-F01134A655B6}" srcOrd="2" destOrd="0" presId="urn:microsoft.com/office/officeart/2018/2/layout/IconVerticalSolidList"/>
    <dgm:cxn modelId="{C5BDFA68-0BFE-4D49-B202-05A978881130}" type="presParOf" srcId="{DA10A54C-EAE5-4FCE-87DD-F01134A655B6}" destId="{A36794B4-DBFB-4E61-A9F1-281414236BA0}" srcOrd="0" destOrd="0" presId="urn:microsoft.com/office/officeart/2018/2/layout/IconVerticalSolidList"/>
    <dgm:cxn modelId="{94F0B131-82EA-411F-8BD9-067FAA9A6629}" type="presParOf" srcId="{DA10A54C-EAE5-4FCE-87DD-F01134A655B6}" destId="{214FAE7F-C958-48DF-9838-03F57888DC81}" srcOrd="1" destOrd="0" presId="urn:microsoft.com/office/officeart/2018/2/layout/IconVerticalSolidList"/>
    <dgm:cxn modelId="{22074542-D423-4FD6-B39C-708CCBD3ACB4}" type="presParOf" srcId="{DA10A54C-EAE5-4FCE-87DD-F01134A655B6}" destId="{821D8CAB-857A-472B-9160-8D8D94BEBDEB}" srcOrd="2" destOrd="0" presId="urn:microsoft.com/office/officeart/2018/2/layout/IconVerticalSolidList"/>
    <dgm:cxn modelId="{EF73BDED-77CA-4339-B83E-29CAD5E1E44E}" type="presParOf" srcId="{DA10A54C-EAE5-4FCE-87DD-F01134A655B6}" destId="{64266AE3-6D6B-4722-8E9A-7F11CBC36E40}" srcOrd="3" destOrd="0" presId="urn:microsoft.com/office/officeart/2018/2/layout/IconVerticalSolidList"/>
    <dgm:cxn modelId="{A957507A-7ED6-46A7-B3C6-8761761AE9DA}" type="presParOf" srcId="{320132D4-4212-44DE-A1E2-09D9EE7637EB}" destId="{AD27429F-268B-4A85-8D61-9C15E1D76B48}" srcOrd="3" destOrd="0" presId="urn:microsoft.com/office/officeart/2018/2/layout/IconVerticalSolidList"/>
    <dgm:cxn modelId="{C3B5F0F8-8AC3-44CD-830C-FC6410301F7A}" type="presParOf" srcId="{320132D4-4212-44DE-A1E2-09D9EE7637EB}" destId="{A2D84CC7-8421-44ED-9146-D8AD5DB138B5}" srcOrd="4" destOrd="0" presId="urn:microsoft.com/office/officeart/2018/2/layout/IconVerticalSolidList"/>
    <dgm:cxn modelId="{4583C9D4-52F1-41FC-80D7-00E22ECCF0BF}" type="presParOf" srcId="{A2D84CC7-8421-44ED-9146-D8AD5DB138B5}" destId="{BC48B031-3EF3-4608-BFC1-F9D457549C08}" srcOrd="0" destOrd="0" presId="urn:microsoft.com/office/officeart/2018/2/layout/IconVerticalSolidList"/>
    <dgm:cxn modelId="{54A1642D-F4E0-4EC1-A010-9D74DC740A2B}" type="presParOf" srcId="{A2D84CC7-8421-44ED-9146-D8AD5DB138B5}" destId="{934930A0-49D1-41C5-B950-FF00644F6AC2}" srcOrd="1" destOrd="0" presId="urn:microsoft.com/office/officeart/2018/2/layout/IconVerticalSolidList"/>
    <dgm:cxn modelId="{252316A5-A4C8-4F1B-857A-123E6D1933B4}" type="presParOf" srcId="{A2D84CC7-8421-44ED-9146-D8AD5DB138B5}" destId="{C0279271-AFF7-45A1-B2E2-0720AB623C34}" srcOrd="2" destOrd="0" presId="urn:microsoft.com/office/officeart/2018/2/layout/IconVerticalSolidList"/>
    <dgm:cxn modelId="{1481E864-82A7-46FC-9BDF-6FBC2DDAF1A3}" type="presParOf" srcId="{A2D84CC7-8421-44ED-9146-D8AD5DB138B5}" destId="{B4A149CE-55DC-416E-9C69-38CBDACCA1E0}" srcOrd="3" destOrd="0" presId="urn:microsoft.com/office/officeart/2018/2/layout/IconVerticalSolidList"/>
    <dgm:cxn modelId="{248A7EA1-5089-4E5C-942C-3A72393DB9BD}" type="presParOf" srcId="{320132D4-4212-44DE-A1E2-09D9EE7637EB}" destId="{5BC42B8F-F7F8-47C7-81A2-061C79CCF3D2}" srcOrd="5" destOrd="0" presId="urn:microsoft.com/office/officeart/2018/2/layout/IconVerticalSolidList"/>
    <dgm:cxn modelId="{6319F9BD-A776-42AA-9917-CF01BA412060}" type="presParOf" srcId="{320132D4-4212-44DE-A1E2-09D9EE7637EB}" destId="{6D1DB7E7-8697-4F94-B5D5-CCC91CC5F2CB}" srcOrd="6" destOrd="0" presId="urn:microsoft.com/office/officeart/2018/2/layout/IconVerticalSolidList"/>
    <dgm:cxn modelId="{D7B9A47A-1431-4E90-AA91-B28BEE7A8D78}" type="presParOf" srcId="{6D1DB7E7-8697-4F94-B5D5-CCC91CC5F2CB}" destId="{ED010CAE-95D4-447A-903B-971931A35317}" srcOrd="0" destOrd="0" presId="urn:microsoft.com/office/officeart/2018/2/layout/IconVerticalSolidList"/>
    <dgm:cxn modelId="{04A6FEE1-5122-4E3F-9A58-1E11E3C83F28}" type="presParOf" srcId="{6D1DB7E7-8697-4F94-B5D5-CCC91CC5F2CB}" destId="{5C81184B-6461-424F-A516-522A36231C7C}" srcOrd="1" destOrd="0" presId="urn:microsoft.com/office/officeart/2018/2/layout/IconVerticalSolidList"/>
    <dgm:cxn modelId="{0ED4E87D-9CD4-438C-AC2A-C32AC17BDD17}" type="presParOf" srcId="{6D1DB7E7-8697-4F94-B5D5-CCC91CC5F2CB}" destId="{3081C869-CB12-4C90-B646-ECE75B2F1B29}" srcOrd="2" destOrd="0" presId="urn:microsoft.com/office/officeart/2018/2/layout/IconVerticalSolidList"/>
    <dgm:cxn modelId="{A21CBF39-D84F-4813-AC7B-E9C374E39040}" type="presParOf" srcId="{6D1DB7E7-8697-4F94-B5D5-CCC91CC5F2CB}" destId="{6EAC6D9C-32CB-4DAE-85CC-0109A4C28670}" srcOrd="3" destOrd="0" presId="urn:microsoft.com/office/officeart/2018/2/layout/IconVerticalSolidList"/>
    <dgm:cxn modelId="{B0FEC385-C7FB-4A48-B73D-15560D6FD639}" type="presParOf" srcId="{320132D4-4212-44DE-A1E2-09D9EE7637EB}" destId="{3A21EFDD-8C23-41B8-87FC-3E29D6086511}" srcOrd="7" destOrd="0" presId="urn:microsoft.com/office/officeart/2018/2/layout/IconVerticalSolidList"/>
    <dgm:cxn modelId="{7013BB23-8655-4282-B724-D49BF1454215}" type="presParOf" srcId="{320132D4-4212-44DE-A1E2-09D9EE7637EB}" destId="{6E164E00-00E9-425A-A7A5-EAC887670E1F}" srcOrd="8" destOrd="0" presId="urn:microsoft.com/office/officeart/2018/2/layout/IconVerticalSolidList"/>
    <dgm:cxn modelId="{0B5B0B82-DC14-4922-8773-D17DDDAFA244}" type="presParOf" srcId="{6E164E00-00E9-425A-A7A5-EAC887670E1F}" destId="{8FA431EB-9BB7-4D30-81E7-E1AAE0A0AD5B}" srcOrd="0" destOrd="0" presId="urn:microsoft.com/office/officeart/2018/2/layout/IconVerticalSolidList"/>
    <dgm:cxn modelId="{48B9E5C6-7A69-4DB8-8A4A-02D041321EC3}" type="presParOf" srcId="{6E164E00-00E9-425A-A7A5-EAC887670E1F}" destId="{4D1A97D4-77B6-43A7-ABC9-6A458E717EF1}" srcOrd="1" destOrd="0" presId="urn:microsoft.com/office/officeart/2018/2/layout/IconVerticalSolidList"/>
    <dgm:cxn modelId="{630CF2F3-89DF-4276-812D-4FB0EEF81C8A}" type="presParOf" srcId="{6E164E00-00E9-425A-A7A5-EAC887670E1F}" destId="{6F1233BF-F03C-4F36-BE16-075C1A76420D}" srcOrd="2" destOrd="0" presId="urn:microsoft.com/office/officeart/2018/2/layout/IconVerticalSolidList"/>
    <dgm:cxn modelId="{D3CAD766-EB77-4EF4-B1B7-BE69BA6E63F8}" type="presParOf" srcId="{6E164E00-00E9-425A-A7A5-EAC887670E1F}" destId="{D7C25E30-1E61-4823-A72F-338BCBE11977}" srcOrd="3" destOrd="0" presId="urn:microsoft.com/office/officeart/2018/2/layout/IconVerticalSolidList"/>
    <dgm:cxn modelId="{D43F89AA-E018-4F3D-ADD9-CD2820BE3EC2}" type="presParOf" srcId="{320132D4-4212-44DE-A1E2-09D9EE7637EB}" destId="{98749BAA-8092-41FC-8658-B82515E54A2F}" srcOrd="9" destOrd="0" presId="urn:microsoft.com/office/officeart/2018/2/layout/IconVerticalSolidList"/>
    <dgm:cxn modelId="{C1AC918B-B793-4B4E-ADA8-E77003FAADC4}" type="presParOf" srcId="{320132D4-4212-44DE-A1E2-09D9EE7637EB}" destId="{621C863D-FFAF-45DD-9D1F-E8B4891C536B}" srcOrd="10" destOrd="0" presId="urn:microsoft.com/office/officeart/2018/2/layout/IconVerticalSolidList"/>
    <dgm:cxn modelId="{781B187B-F91A-41B1-95EB-6AF3ADD5B41B}" type="presParOf" srcId="{621C863D-FFAF-45DD-9D1F-E8B4891C536B}" destId="{A0C9B152-A2B5-4950-8D69-CF84BFE491C0}" srcOrd="0" destOrd="0" presId="urn:microsoft.com/office/officeart/2018/2/layout/IconVerticalSolidList"/>
    <dgm:cxn modelId="{64F17280-01B7-47F5-82EC-92F9F0DDF211}" type="presParOf" srcId="{621C863D-FFAF-45DD-9D1F-E8B4891C536B}" destId="{CF479436-2FF2-4098-9F3A-F675EFF6B831}" srcOrd="1" destOrd="0" presId="urn:microsoft.com/office/officeart/2018/2/layout/IconVerticalSolidList"/>
    <dgm:cxn modelId="{64E4E0B0-F6D6-4A29-BF8B-BD72F9FE512D}" type="presParOf" srcId="{621C863D-FFAF-45DD-9D1F-E8B4891C536B}" destId="{707E5285-B0F5-45AA-B1E3-60F701898E19}" srcOrd="2" destOrd="0" presId="urn:microsoft.com/office/officeart/2018/2/layout/IconVerticalSolidList"/>
    <dgm:cxn modelId="{2FEBFFD0-D7F6-4D92-9D93-8C4E664BF8A6}" type="presParOf" srcId="{621C863D-FFAF-45DD-9D1F-E8B4891C536B}" destId="{20534D55-F70A-4FE1-AEC8-AA0176D4A0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23A500-DFC7-4FF1-9BA0-8D0CB933235A}" type="doc">
      <dgm:prSet loTypeId="urn:microsoft.com/office/officeart/2005/8/layout/b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923D027-B10A-4DC6-A987-59389222AED5}">
      <dgm:prSet/>
      <dgm:spPr/>
      <dgm:t>
        <a:bodyPr/>
        <a:lstStyle/>
        <a:p>
          <a:r>
            <a:rPr lang="en-IN"/>
            <a:t>Model Type: Linear Regression</a:t>
          </a:r>
          <a:endParaRPr lang="en-US"/>
        </a:p>
      </dgm:t>
    </dgm:pt>
    <dgm:pt modelId="{A30326D5-1004-45FD-A4D7-34E2DD7954AD}" type="parTrans" cxnId="{ADEF2D7A-057A-4938-8344-5B47EC4E1EE8}">
      <dgm:prSet/>
      <dgm:spPr/>
      <dgm:t>
        <a:bodyPr/>
        <a:lstStyle/>
        <a:p>
          <a:endParaRPr lang="en-US"/>
        </a:p>
      </dgm:t>
    </dgm:pt>
    <dgm:pt modelId="{CEA5EAB1-ED9B-470D-A2CC-428B1DBB3D43}" type="sibTrans" cxnId="{ADEF2D7A-057A-4938-8344-5B47EC4E1EE8}">
      <dgm:prSet/>
      <dgm:spPr/>
      <dgm:t>
        <a:bodyPr/>
        <a:lstStyle/>
        <a:p>
          <a:endParaRPr lang="en-US"/>
        </a:p>
      </dgm:t>
    </dgm:pt>
    <dgm:pt modelId="{C90A4B72-D0C7-41AA-8EE9-B4701E9AC99B}">
      <dgm:prSet/>
      <dgm:spPr/>
      <dgm:t>
        <a:bodyPr/>
        <a:lstStyle/>
        <a:p>
          <a:r>
            <a:rPr lang="en-IN"/>
            <a:t>Features:</a:t>
          </a:r>
          <a:endParaRPr lang="en-US"/>
        </a:p>
      </dgm:t>
    </dgm:pt>
    <dgm:pt modelId="{0028FD0E-A2F0-495A-B03A-3AA9F2BC8D9F}" type="parTrans" cxnId="{F1C42496-2558-4D0D-889A-4D953B125429}">
      <dgm:prSet/>
      <dgm:spPr/>
      <dgm:t>
        <a:bodyPr/>
        <a:lstStyle/>
        <a:p>
          <a:endParaRPr lang="en-US"/>
        </a:p>
      </dgm:t>
    </dgm:pt>
    <dgm:pt modelId="{186836CA-101E-4E9B-8560-7CAA5EA9F200}" type="sibTrans" cxnId="{F1C42496-2558-4D0D-889A-4D953B125429}">
      <dgm:prSet/>
      <dgm:spPr/>
      <dgm:t>
        <a:bodyPr/>
        <a:lstStyle/>
        <a:p>
          <a:endParaRPr lang="en-US"/>
        </a:p>
      </dgm:t>
    </dgm:pt>
    <dgm:pt modelId="{37C61EC2-09F8-40E5-B0E0-922F3A465756}">
      <dgm:prSet/>
      <dgm:spPr/>
      <dgm:t>
        <a:bodyPr/>
        <a:lstStyle/>
        <a:p>
          <a:r>
            <a:rPr lang="en-IN"/>
            <a:t>unique_sessions</a:t>
          </a:r>
          <a:endParaRPr lang="en-US"/>
        </a:p>
      </dgm:t>
    </dgm:pt>
    <dgm:pt modelId="{2EE1CB87-324B-4923-B502-05D4F58EE3CD}" type="parTrans" cxnId="{B7FF002B-1138-41A6-B7FB-352CB2B3EA97}">
      <dgm:prSet/>
      <dgm:spPr/>
      <dgm:t>
        <a:bodyPr/>
        <a:lstStyle/>
        <a:p>
          <a:endParaRPr lang="en-US"/>
        </a:p>
      </dgm:t>
    </dgm:pt>
    <dgm:pt modelId="{5604E42A-EA1F-44A0-908F-4F9ECF36CCD6}" type="sibTrans" cxnId="{B7FF002B-1138-41A6-B7FB-352CB2B3EA97}">
      <dgm:prSet/>
      <dgm:spPr/>
      <dgm:t>
        <a:bodyPr/>
        <a:lstStyle/>
        <a:p>
          <a:endParaRPr lang="en-US"/>
        </a:p>
      </dgm:t>
    </dgm:pt>
    <dgm:pt modelId="{B8791DC5-5446-4108-BDCF-621FF3800964}">
      <dgm:prSet/>
      <dgm:spPr/>
      <dgm:t>
        <a:bodyPr/>
        <a:lstStyle/>
        <a:p>
          <a:r>
            <a:rPr lang="en-IN"/>
            <a:t>avg_energy_kwh</a:t>
          </a:r>
          <a:endParaRPr lang="en-US"/>
        </a:p>
      </dgm:t>
    </dgm:pt>
    <dgm:pt modelId="{A9FE16BE-0F6E-4F59-97D1-F700587BDD48}" type="parTrans" cxnId="{D112665F-95D2-40D1-94F1-22B96A4CC727}">
      <dgm:prSet/>
      <dgm:spPr/>
      <dgm:t>
        <a:bodyPr/>
        <a:lstStyle/>
        <a:p>
          <a:endParaRPr lang="en-US"/>
        </a:p>
      </dgm:t>
    </dgm:pt>
    <dgm:pt modelId="{E53B1FD3-FF46-42F3-9267-778EC8F259C4}" type="sibTrans" cxnId="{D112665F-95D2-40D1-94F1-22B96A4CC727}">
      <dgm:prSet/>
      <dgm:spPr/>
      <dgm:t>
        <a:bodyPr/>
        <a:lstStyle/>
        <a:p>
          <a:endParaRPr lang="en-US"/>
        </a:p>
      </dgm:t>
    </dgm:pt>
    <dgm:pt modelId="{0EDB1358-A7D7-40CC-8266-4ED7A93E7522}">
      <dgm:prSet/>
      <dgm:spPr/>
      <dgm:t>
        <a:bodyPr/>
        <a:lstStyle/>
        <a:p>
          <a:r>
            <a:rPr lang="en-IN"/>
            <a:t>avg_duration_min</a:t>
          </a:r>
          <a:endParaRPr lang="en-US"/>
        </a:p>
      </dgm:t>
    </dgm:pt>
    <dgm:pt modelId="{018EE4A5-A58B-4716-8E70-EE7E06557F41}" type="parTrans" cxnId="{1A8A209E-54FA-448F-902C-6C741E48FBE0}">
      <dgm:prSet/>
      <dgm:spPr/>
      <dgm:t>
        <a:bodyPr/>
        <a:lstStyle/>
        <a:p>
          <a:endParaRPr lang="en-US"/>
        </a:p>
      </dgm:t>
    </dgm:pt>
    <dgm:pt modelId="{A84B0004-1B86-4D95-95D6-59AAFA8B9B35}" type="sibTrans" cxnId="{1A8A209E-54FA-448F-902C-6C741E48FBE0}">
      <dgm:prSet/>
      <dgm:spPr/>
      <dgm:t>
        <a:bodyPr/>
        <a:lstStyle/>
        <a:p>
          <a:endParaRPr lang="en-US"/>
        </a:p>
      </dgm:t>
    </dgm:pt>
    <dgm:pt modelId="{7584FC1C-DA6B-42E9-ABBB-0161021ED077}">
      <dgm:prSet/>
      <dgm:spPr/>
      <dgm:t>
        <a:bodyPr/>
        <a:lstStyle/>
        <a:p>
          <a:r>
            <a:rPr lang="en-IN"/>
            <a:t>Target:</a:t>
          </a:r>
          <a:endParaRPr lang="en-US"/>
        </a:p>
      </dgm:t>
    </dgm:pt>
    <dgm:pt modelId="{D9B4735F-A3AA-4B7E-8817-5A118428432B}" type="parTrans" cxnId="{0E841AB4-A562-49B8-99C0-C7E5AFB21067}">
      <dgm:prSet/>
      <dgm:spPr/>
      <dgm:t>
        <a:bodyPr/>
        <a:lstStyle/>
        <a:p>
          <a:endParaRPr lang="en-US"/>
        </a:p>
      </dgm:t>
    </dgm:pt>
    <dgm:pt modelId="{C5B54D67-FA22-4D9B-9388-65DFDEF9C0F6}" type="sibTrans" cxnId="{0E841AB4-A562-49B8-99C0-C7E5AFB21067}">
      <dgm:prSet/>
      <dgm:spPr/>
      <dgm:t>
        <a:bodyPr/>
        <a:lstStyle/>
        <a:p>
          <a:endParaRPr lang="en-US"/>
        </a:p>
      </dgm:t>
    </dgm:pt>
    <dgm:pt modelId="{EE24C205-12A5-4EE6-BA87-E14F06A93D86}">
      <dgm:prSet/>
      <dgm:spPr/>
      <dgm:t>
        <a:bodyPr/>
        <a:lstStyle/>
        <a:p>
          <a:r>
            <a:rPr lang="en-IN"/>
            <a:t>total_revenue_eur</a:t>
          </a:r>
          <a:endParaRPr lang="en-US"/>
        </a:p>
      </dgm:t>
    </dgm:pt>
    <dgm:pt modelId="{0C8E8995-CC38-4AF8-B371-B431D860E397}" type="parTrans" cxnId="{B992A55E-8FE1-49EC-99A4-C9C539878AF8}">
      <dgm:prSet/>
      <dgm:spPr/>
      <dgm:t>
        <a:bodyPr/>
        <a:lstStyle/>
        <a:p>
          <a:endParaRPr lang="en-US"/>
        </a:p>
      </dgm:t>
    </dgm:pt>
    <dgm:pt modelId="{E527C318-FE6A-4652-B255-6D17446C4570}" type="sibTrans" cxnId="{B992A55E-8FE1-49EC-99A4-C9C539878AF8}">
      <dgm:prSet/>
      <dgm:spPr/>
      <dgm:t>
        <a:bodyPr/>
        <a:lstStyle/>
        <a:p>
          <a:endParaRPr lang="en-US"/>
        </a:p>
      </dgm:t>
    </dgm:pt>
    <dgm:pt modelId="{EC5D3597-4514-4640-8E6C-B1F5513DB8CE}">
      <dgm:prSet/>
      <dgm:spPr/>
      <dgm:t>
        <a:bodyPr/>
        <a:lstStyle/>
        <a:p>
          <a:r>
            <a:rPr lang="en-IN"/>
            <a:t>Model Formula:</a:t>
          </a:r>
          <a:endParaRPr lang="en-US"/>
        </a:p>
      </dgm:t>
    </dgm:pt>
    <dgm:pt modelId="{A74EA7E1-481E-4860-BAA1-904906B4C6C5}" type="parTrans" cxnId="{E2E01CD9-CC87-4F39-A1F5-14439634BFC3}">
      <dgm:prSet/>
      <dgm:spPr/>
      <dgm:t>
        <a:bodyPr/>
        <a:lstStyle/>
        <a:p>
          <a:endParaRPr lang="en-US"/>
        </a:p>
      </dgm:t>
    </dgm:pt>
    <dgm:pt modelId="{1FB583C5-99D7-4653-B34F-6D9027A9130E}" type="sibTrans" cxnId="{E2E01CD9-CC87-4F39-A1F5-14439634BFC3}">
      <dgm:prSet/>
      <dgm:spPr/>
      <dgm:t>
        <a:bodyPr/>
        <a:lstStyle/>
        <a:p>
          <a:endParaRPr lang="en-US"/>
        </a:p>
      </dgm:t>
    </dgm:pt>
    <dgm:pt modelId="{996B6179-50C8-4156-A0C2-D773936AAA50}">
      <dgm:prSet/>
      <dgm:spPr/>
      <dgm:t>
        <a:bodyPr/>
        <a:lstStyle/>
        <a:p>
          <a:r>
            <a:rPr lang="en-IN"/>
            <a:t>Y = </a:t>
          </a:r>
          <a:r>
            <a:rPr lang="el-GR"/>
            <a:t>β₀ + β₁</a:t>
          </a:r>
          <a:r>
            <a:rPr lang="en-IN"/>
            <a:t>X₁ + </a:t>
          </a:r>
          <a:r>
            <a:rPr lang="el-GR"/>
            <a:t>β₂</a:t>
          </a:r>
          <a:r>
            <a:rPr lang="en-IN"/>
            <a:t>X₂ + </a:t>
          </a:r>
          <a:r>
            <a:rPr lang="el-GR"/>
            <a:t>β₃</a:t>
          </a:r>
          <a:r>
            <a:rPr lang="en-IN"/>
            <a:t>X₃ + </a:t>
          </a:r>
          <a:r>
            <a:rPr lang="el-GR"/>
            <a:t>ε</a:t>
          </a:r>
          <a:endParaRPr lang="en-US"/>
        </a:p>
      </dgm:t>
    </dgm:pt>
    <dgm:pt modelId="{F43A6B36-7C0D-4D82-B5C5-81DB644DC7FB}" type="parTrans" cxnId="{576B1DD8-E294-4C09-98F0-F53E99FCE000}">
      <dgm:prSet/>
      <dgm:spPr/>
      <dgm:t>
        <a:bodyPr/>
        <a:lstStyle/>
        <a:p>
          <a:endParaRPr lang="en-US"/>
        </a:p>
      </dgm:t>
    </dgm:pt>
    <dgm:pt modelId="{3670CF27-348E-47A5-8259-5EB20D393943}" type="sibTrans" cxnId="{576B1DD8-E294-4C09-98F0-F53E99FCE000}">
      <dgm:prSet/>
      <dgm:spPr/>
      <dgm:t>
        <a:bodyPr/>
        <a:lstStyle/>
        <a:p>
          <a:endParaRPr lang="en-US"/>
        </a:p>
      </dgm:t>
    </dgm:pt>
    <dgm:pt modelId="{257B053A-7AE5-4DE7-8226-71DC35BF1DE3}">
      <dgm:prSet/>
      <dgm:spPr/>
      <dgm:t>
        <a:bodyPr/>
        <a:lstStyle/>
        <a:p>
          <a:r>
            <a:rPr lang="en-IN"/>
            <a:t>Trained using BigQuery ML</a:t>
          </a:r>
          <a:endParaRPr lang="en-US"/>
        </a:p>
      </dgm:t>
    </dgm:pt>
    <dgm:pt modelId="{7EF5F380-18BC-4AB5-9BE8-385B4BBAC716}" type="parTrans" cxnId="{C557485B-F615-42C9-946C-5B5416EF38D1}">
      <dgm:prSet/>
      <dgm:spPr/>
      <dgm:t>
        <a:bodyPr/>
        <a:lstStyle/>
        <a:p>
          <a:endParaRPr lang="en-US"/>
        </a:p>
      </dgm:t>
    </dgm:pt>
    <dgm:pt modelId="{6F95F400-3BA9-4229-9912-473579E2AE8E}" type="sibTrans" cxnId="{C557485B-F615-42C9-946C-5B5416EF38D1}">
      <dgm:prSet/>
      <dgm:spPr/>
      <dgm:t>
        <a:bodyPr/>
        <a:lstStyle/>
        <a:p>
          <a:endParaRPr lang="en-US"/>
        </a:p>
      </dgm:t>
    </dgm:pt>
    <dgm:pt modelId="{56DBDDF0-CC30-454E-AABC-B59053BAA91C}">
      <dgm:prSet/>
      <dgm:spPr/>
      <dgm:t>
        <a:bodyPr/>
        <a:lstStyle/>
        <a:p>
          <a:r>
            <a:rPr lang="en-IN"/>
            <a:t>Evaluated using RMSE, MAE, R²</a:t>
          </a:r>
          <a:endParaRPr lang="en-US"/>
        </a:p>
      </dgm:t>
    </dgm:pt>
    <dgm:pt modelId="{4CB9F9CA-037A-46FA-B414-7A5AA36989BC}" type="parTrans" cxnId="{63E66889-2CEA-4FEA-ABE6-53D2B012A163}">
      <dgm:prSet/>
      <dgm:spPr/>
      <dgm:t>
        <a:bodyPr/>
        <a:lstStyle/>
        <a:p>
          <a:endParaRPr lang="en-US"/>
        </a:p>
      </dgm:t>
    </dgm:pt>
    <dgm:pt modelId="{DB184105-ACFA-4ADA-AD9F-BD485D5E9E6B}" type="sibTrans" cxnId="{63E66889-2CEA-4FEA-ABE6-53D2B012A163}">
      <dgm:prSet/>
      <dgm:spPr/>
      <dgm:t>
        <a:bodyPr/>
        <a:lstStyle/>
        <a:p>
          <a:endParaRPr lang="en-US"/>
        </a:p>
      </dgm:t>
    </dgm:pt>
    <dgm:pt modelId="{BA77DA0B-587C-47A3-AAF3-7CC29BE272C2}" type="pres">
      <dgm:prSet presAssocID="{6223A500-DFC7-4FF1-9BA0-8D0CB933235A}" presName="Name0" presStyleCnt="0">
        <dgm:presLayoutVars>
          <dgm:dir/>
          <dgm:resizeHandles/>
        </dgm:presLayoutVars>
      </dgm:prSet>
      <dgm:spPr/>
    </dgm:pt>
    <dgm:pt modelId="{F0D208D1-D61A-4CA2-9FC4-38343C3795BF}" type="pres">
      <dgm:prSet presAssocID="{D923D027-B10A-4DC6-A987-59389222AED5}" presName="compNode" presStyleCnt="0"/>
      <dgm:spPr/>
    </dgm:pt>
    <dgm:pt modelId="{4BDC892A-EA0A-4CE8-B82F-6F43CD296F04}" type="pres">
      <dgm:prSet presAssocID="{D923D027-B10A-4DC6-A987-59389222AED5}" presName="dummyConnPt" presStyleCnt="0"/>
      <dgm:spPr/>
    </dgm:pt>
    <dgm:pt modelId="{F85DE03F-CF81-4A40-BEAD-436B2E4FBE77}" type="pres">
      <dgm:prSet presAssocID="{D923D027-B10A-4DC6-A987-59389222AED5}" presName="node" presStyleLbl="node1" presStyleIdx="0" presStyleCnt="11">
        <dgm:presLayoutVars>
          <dgm:bulletEnabled val="1"/>
        </dgm:presLayoutVars>
      </dgm:prSet>
      <dgm:spPr/>
    </dgm:pt>
    <dgm:pt modelId="{7F9476BC-E4D0-4D5E-B367-FCF95E464DFE}" type="pres">
      <dgm:prSet presAssocID="{CEA5EAB1-ED9B-470D-A2CC-428B1DBB3D43}" presName="sibTrans" presStyleLbl="bgSibTrans2D1" presStyleIdx="0" presStyleCnt="10"/>
      <dgm:spPr/>
    </dgm:pt>
    <dgm:pt modelId="{7518CBE9-004F-4CF3-AEA0-14B6B32C260B}" type="pres">
      <dgm:prSet presAssocID="{C90A4B72-D0C7-41AA-8EE9-B4701E9AC99B}" presName="compNode" presStyleCnt="0"/>
      <dgm:spPr/>
    </dgm:pt>
    <dgm:pt modelId="{C46634E7-C4A4-4BE2-878E-AABF841CBA4F}" type="pres">
      <dgm:prSet presAssocID="{C90A4B72-D0C7-41AA-8EE9-B4701E9AC99B}" presName="dummyConnPt" presStyleCnt="0"/>
      <dgm:spPr/>
    </dgm:pt>
    <dgm:pt modelId="{96D8EAC4-4703-4036-9CC6-E3CD43D4EE09}" type="pres">
      <dgm:prSet presAssocID="{C90A4B72-D0C7-41AA-8EE9-B4701E9AC99B}" presName="node" presStyleLbl="node1" presStyleIdx="1" presStyleCnt="11">
        <dgm:presLayoutVars>
          <dgm:bulletEnabled val="1"/>
        </dgm:presLayoutVars>
      </dgm:prSet>
      <dgm:spPr/>
    </dgm:pt>
    <dgm:pt modelId="{961F15EC-FE95-4F22-B751-2D88CEF0A066}" type="pres">
      <dgm:prSet presAssocID="{186836CA-101E-4E9B-8560-7CAA5EA9F200}" presName="sibTrans" presStyleLbl="bgSibTrans2D1" presStyleIdx="1" presStyleCnt="10"/>
      <dgm:spPr/>
    </dgm:pt>
    <dgm:pt modelId="{445D5EDB-87A2-4080-8A4C-5AFAF191D4D6}" type="pres">
      <dgm:prSet presAssocID="{37C61EC2-09F8-40E5-B0E0-922F3A465756}" presName="compNode" presStyleCnt="0"/>
      <dgm:spPr/>
    </dgm:pt>
    <dgm:pt modelId="{17C0B1E7-1CB2-4055-9AB7-77D061ED93FE}" type="pres">
      <dgm:prSet presAssocID="{37C61EC2-09F8-40E5-B0E0-922F3A465756}" presName="dummyConnPt" presStyleCnt="0"/>
      <dgm:spPr/>
    </dgm:pt>
    <dgm:pt modelId="{4D70AFD3-4353-4476-B45F-DAC3E61D8003}" type="pres">
      <dgm:prSet presAssocID="{37C61EC2-09F8-40E5-B0E0-922F3A465756}" presName="node" presStyleLbl="node1" presStyleIdx="2" presStyleCnt="11">
        <dgm:presLayoutVars>
          <dgm:bulletEnabled val="1"/>
        </dgm:presLayoutVars>
      </dgm:prSet>
      <dgm:spPr/>
    </dgm:pt>
    <dgm:pt modelId="{5493DB06-19EC-4831-9B34-7A81B904EDD2}" type="pres">
      <dgm:prSet presAssocID="{5604E42A-EA1F-44A0-908F-4F9ECF36CCD6}" presName="sibTrans" presStyleLbl="bgSibTrans2D1" presStyleIdx="2" presStyleCnt="10"/>
      <dgm:spPr/>
    </dgm:pt>
    <dgm:pt modelId="{F958A7A2-A638-45A7-B926-5446F755FCDE}" type="pres">
      <dgm:prSet presAssocID="{B8791DC5-5446-4108-BDCF-621FF3800964}" presName="compNode" presStyleCnt="0"/>
      <dgm:spPr/>
    </dgm:pt>
    <dgm:pt modelId="{76FCA632-A64C-4512-9F0E-D4B5F94510CF}" type="pres">
      <dgm:prSet presAssocID="{B8791DC5-5446-4108-BDCF-621FF3800964}" presName="dummyConnPt" presStyleCnt="0"/>
      <dgm:spPr/>
    </dgm:pt>
    <dgm:pt modelId="{91AF867D-2CE7-4C31-98AC-AB3EAFFD3DF0}" type="pres">
      <dgm:prSet presAssocID="{B8791DC5-5446-4108-BDCF-621FF3800964}" presName="node" presStyleLbl="node1" presStyleIdx="3" presStyleCnt="11">
        <dgm:presLayoutVars>
          <dgm:bulletEnabled val="1"/>
        </dgm:presLayoutVars>
      </dgm:prSet>
      <dgm:spPr/>
    </dgm:pt>
    <dgm:pt modelId="{1B7F4AE9-86A2-41D2-9766-BE428C222594}" type="pres">
      <dgm:prSet presAssocID="{E53B1FD3-FF46-42F3-9267-778EC8F259C4}" presName="sibTrans" presStyleLbl="bgSibTrans2D1" presStyleIdx="3" presStyleCnt="10"/>
      <dgm:spPr/>
    </dgm:pt>
    <dgm:pt modelId="{2E4849A6-6F03-485F-9781-8AB505F67A47}" type="pres">
      <dgm:prSet presAssocID="{0EDB1358-A7D7-40CC-8266-4ED7A93E7522}" presName="compNode" presStyleCnt="0"/>
      <dgm:spPr/>
    </dgm:pt>
    <dgm:pt modelId="{6D2C0518-0B8D-41DF-A8DC-14BF3F562306}" type="pres">
      <dgm:prSet presAssocID="{0EDB1358-A7D7-40CC-8266-4ED7A93E7522}" presName="dummyConnPt" presStyleCnt="0"/>
      <dgm:spPr/>
    </dgm:pt>
    <dgm:pt modelId="{75665545-BF70-404C-9942-5717F900F4EC}" type="pres">
      <dgm:prSet presAssocID="{0EDB1358-A7D7-40CC-8266-4ED7A93E7522}" presName="node" presStyleLbl="node1" presStyleIdx="4" presStyleCnt="11">
        <dgm:presLayoutVars>
          <dgm:bulletEnabled val="1"/>
        </dgm:presLayoutVars>
      </dgm:prSet>
      <dgm:spPr/>
    </dgm:pt>
    <dgm:pt modelId="{5BE83F62-B7B5-43DC-BFC5-C65B2ED3A13C}" type="pres">
      <dgm:prSet presAssocID="{A84B0004-1B86-4D95-95D6-59AAFA8B9B35}" presName="sibTrans" presStyleLbl="bgSibTrans2D1" presStyleIdx="4" presStyleCnt="10"/>
      <dgm:spPr/>
    </dgm:pt>
    <dgm:pt modelId="{BBBAB7AA-2308-4B03-B65F-83A73C1A8F1E}" type="pres">
      <dgm:prSet presAssocID="{7584FC1C-DA6B-42E9-ABBB-0161021ED077}" presName="compNode" presStyleCnt="0"/>
      <dgm:spPr/>
    </dgm:pt>
    <dgm:pt modelId="{F8229D21-7C9D-4A78-88F9-07E3C3459D4E}" type="pres">
      <dgm:prSet presAssocID="{7584FC1C-DA6B-42E9-ABBB-0161021ED077}" presName="dummyConnPt" presStyleCnt="0"/>
      <dgm:spPr/>
    </dgm:pt>
    <dgm:pt modelId="{0498108B-AC0A-45E0-B010-7BFB3C56D49C}" type="pres">
      <dgm:prSet presAssocID="{7584FC1C-DA6B-42E9-ABBB-0161021ED077}" presName="node" presStyleLbl="node1" presStyleIdx="5" presStyleCnt="11">
        <dgm:presLayoutVars>
          <dgm:bulletEnabled val="1"/>
        </dgm:presLayoutVars>
      </dgm:prSet>
      <dgm:spPr/>
    </dgm:pt>
    <dgm:pt modelId="{778C39EE-92F5-45CA-A5B4-8F90CF35B8C3}" type="pres">
      <dgm:prSet presAssocID="{C5B54D67-FA22-4D9B-9388-65DFDEF9C0F6}" presName="sibTrans" presStyleLbl="bgSibTrans2D1" presStyleIdx="5" presStyleCnt="10"/>
      <dgm:spPr/>
    </dgm:pt>
    <dgm:pt modelId="{3DD1EE1C-3692-4200-AA1E-380426A7377F}" type="pres">
      <dgm:prSet presAssocID="{EE24C205-12A5-4EE6-BA87-E14F06A93D86}" presName="compNode" presStyleCnt="0"/>
      <dgm:spPr/>
    </dgm:pt>
    <dgm:pt modelId="{F64751C9-D050-46EC-B4D7-FF9C989F616E}" type="pres">
      <dgm:prSet presAssocID="{EE24C205-12A5-4EE6-BA87-E14F06A93D86}" presName="dummyConnPt" presStyleCnt="0"/>
      <dgm:spPr/>
    </dgm:pt>
    <dgm:pt modelId="{68D35103-D8CF-417F-ADEB-69E44AA7E4A6}" type="pres">
      <dgm:prSet presAssocID="{EE24C205-12A5-4EE6-BA87-E14F06A93D86}" presName="node" presStyleLbl="node1" presStyleIdx="6" presStyleCnt="11">
        <dgm:presLayoutVars>
          <dgm:bulletEnabled val="1"/>
        </dgm:presLayoutVars>
      </dgm:prSet>
      <dgm:spPr/>
    </dgm:pt>
    <dgm:pt modelId="{3AB6DE4C-6A34-4557-B396-32062A2B9CC1}" type="pres">
      <dgm:prSet presAssocID="{E527C318-FE6A-4652-B255-6D17446C4570}" presName="sibTrans" presStyleLbl="bgSibTrans2D1" presStyleIdx="6" presStyleCnt="10"/>
      <dgm:spPr/>
    </dgm:pt>
    <dgm:pt modelId="{D93241BB-FB75-4C71-824C-5018F637E7BB}" type="pres">
      <dgm:prSet presAssocID="{EC5D3597-4514-4640-8E6C-B1F5513DB8CE}" presName="compNode" presStyleCnt="0"/>
      <dgm:spPr/>
    </dgm:pt>
    <dgm:pt modelId="{1CC46F9F-87E4-4CAD-BE35-37767BB90291}" type="pres">
      <dgm:prSet presAssocID="{EC5D3597-4514-4640-8E6C-B1F5513DB8CE}" presName="dummyConnPt" presStyleCnt="0"/>
      <dgm:spPr/>
    </dgm:pt>
    <dgm:pt modelId="{EC28DB8F-F1E9-48C0-8DE9-C9B8CEC7A001}" type="pres">
      <dgm:prSet presAssocID="{EC5D3597-4514-4640-8E6C-B1F5513DB8CE}" presName="node" presStyleLbl="node1" presStyleIdx="7" presStyleCnt="11">
        <dgm:presLayoutVars>
          <dgm:bulletEnabled val="1"/>
        </dgm:presLayoutVars>
      </dgm:prSet>
      <dgm:spPr/>
    </dgm:pt>
    <dgm:pt modelId="{79A5DA16-3FDB-42A9-9923-05D107A0B70C}" type="pres">
      <dgm:prSet presAssocID="{1FB583C5-99D7-4653-B34F-6D9027A9130E}" presName="sibTrans" presStyleLbl="bgSibTrans2D1" presStyleIdx="7" presStyleCnt="10"/>
      <dgm:spPr/>
    </dgm:pt>
    <dgm:pt modelId="{0EFF0312-AE69-4D98-BB51-818CBFCED690}" type="pres">
      <dgm:prSet presAssocID="{996B6179-50C8-4156-A0C2-D773936AAA50}" presName="compNode" presStyleCnt="0"/>
      <dgm:spPr/>
    </dgm:pt>
    <dgm:pt modelId="{0BC4732C-1F24-4654-A17F-A683A7558442}" type="pres">
      <dgm:prSet presAssocID="{996B6179-50C8-4156-A0C2-D773936AAA50}" presName="dummyConnPt" presStyleCnt="0"/>
      <dgm:spPr/>
    </dgm:pt>
    <dgm:pt modelId="{58408303-87DB-4931-9C78-1270D19CC741}" type="pres">
      <dgm:prSet presAssocID="{996B6179-50C8-4156-A0C2-D773936AAA50}" presName="node" presStyleLbl="node1" presStyleIdx="8" presStyleCnt="11">
        <dgm:presLayoutVars>
          <dgm:bulletEnabled val="1"/>
        </dgm:presLayoutVars>
      </dgm:prSet>
      <dgm:spPr/>
    </dgm:pt>
    <dgm:pt modelId="{E1DAD2DB-5DC7-4EB4-9C7C-4634D51018CA}" type="pres">
      <dgm:prSet presAssocID="{3670CF27-348E-47A5-8259-5EB20D393943}" presName="sibTrans" presStyleLbl="bgSibTrans2D1" presStyleIdx="8" presStyleCnt="10"/>
      <dgm:spPr/>
    </dgm:pt>
    <dgm:pt modelId="{21676F65-F95D-4D10-A5CE-327BE5540555}" type="pres">
      <dgm:prSet presAssocID="{257B053A-7AE5-4DE7-8226-71DC35BF1DE3}" presName="compNode" presStyleCnt="0"/>
      <dgm:spPr/>
    </dgm:pt>
    <dgm:pt modelId="{3C9AA20E-098C-4105-BD4B-7FF1F31D8E03}" type="pres">
      <dgm:prSet presAssocID="{257B053A-7AE5-4DE7-8226-71DC35BF1DE3}" presName="dummyConnPt" presStyleCnt="0"/>
      <dgm:spPr/>
    </dgm:pt>
    <dgm:pt modelId="{B462AB72-DFEA-493C-B659-B99D24692E8B}" type="pres">
      <dgm:prSet presAssocID="{257B053A-7AE5-4DE7-8226-71DC35BF1DE3}" presName="node" presStyleLbl="node1" presStyleIdx="9" presStyleCnt="11">
        <dgm:presLayoutVars>
          <dgm:bulletEnabled val="1"/>
        </dgm:presLayoutVars>
      </dgm:prSet>
      <dgm:spPr/>
    </dgm:pt>
    <dgm:pt modelId="{F477A4AB-5C78-4D7D-9771-1A4A50C816E5}" type="pres">
      <dgm:prSet presAssocID="{6F95F400-3BA9-4229-9912-473579E2AE8E}" presName="sibTrans" presStyleLbl="bgSibTrans2D1" presStyleIdx="9" presStyleCnt="10"/>
      <dgm:spPr/>
    </dgm:pt>
    <dgm:pt modelId="{D537C252-6D07-4981-8864-81B5DE5869F4}" type="pres">
      <dgm:prSet presAssocID="{56DBDDF0-CC30-454E-AABC-B59053BAA91C}" presName="compNode" presStyleCnt="0"/>
      <dgm:spPr/>
    </dgm:pt>
    <dgm:pt modelId="{641EB70C-81B1-4A31-A2E1-9B467B4E71D2}" type="pres">
      <dgm:prSet presAssocID="{56DBDDF0-CC30-454E-AABC-B59053BAA91C}" presName="dummyConnPt" presStyleCnt="0"/>
      <dgm:spPr/>
    </dgm:pt>
    <dgm:pt modelId="{299D685E-7F2D-4918-A4DA-B1B798FF47B1}" type="pres">
      <dgm:prSet presAssocID="{56DBDDF0-CC30-454E-AABC-B59053BAA91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EF34E406-7091-4EF9-9397-3CA9664014B5}" type="presOf" srcId="{3670CF27-348E-47A5-8259-5EB20D393943}" destId="{E1DAD2DB-5DC7-4EB4-9C7C-4634D51018CA}" srcOrd="0" destOrd="0" presId="urn:microsoft.com/office/officeart/2005/8/layout/bProcess4"/>
    <dgm:cxn modelId="{EB28D90A-1060-4B48-916F-9F9E596CFBA2}" type="presOf" srcId="{5604E42A-EA1F-44A0-908F-4F9ECF36CCD6}" destId="{5493DB06-19EC-4831-9B34-7A81B904EDD2}" srcOrd="0" destOrd="0" presId="urn:microsoft.com/office/officeart/2005/8/layout/bProcess4"/>
    <dgm:cxn modelId="{9ABE4113-8178-4ED7-B621-69890CE3CDC8}" type="presOf" srcId="{CEA5EAB1-ED9B-470D-A2CC-428B1DBB3D43}" destId="{7F9476BC-E4D0-4D5E-B367-FCF95E464DFE}" srcOrd="0" destOrd="0" presId="urn:microsoft.com/office/officeart/2005/8/layout/bProcess4"/>
    <dgm:cxn modelId="{D9DA8715-6C1E-497F-8060-419D74D01B2E}" type="presOf" srcId="{186836CA-101E-4E9B-8560-7CAA5EA9F200}" destId="{961F15EC-FE95-4F22-B751-2D88CEF0A066}" srcOrd="0" destOrd="0" presId="urn:microsoft.com/office/officeart/2005/8/layout/bProcess4"/>
    <dgm:cxn modelId="{23785620-DB5B-4F0F-A30D-50A873D6C15E}" type="presOf" srcId="{6223A500-DFC7-4FF1-9BA0-8D0CB933235A}" destId="{BA77DA0B-587C-47A3-AAF3-7CC29BE272C2}" srcOrd="0" destOrd="0" presId="urn:microsoft.com/office/officeart/2005/8/layout/bProcess4"/>
    <dgm:cxn modelId="{01E32424-78A2-4461-A2BA-36339B5676C2}" type="presOf" srcId="{257B053A-7AE5-4DE7-8226-71DC35BF1DE3}" destId="{B462AB72-DFEA-493C-B659-B99D24692E8B}" srcOrd="0" destOrd="0" presId="urn:microsoft.com/office/officeart/2005/8/layout/bProcess4"/>
    <dgm:cxn modelId="{C8FC1B28-203D-4361-A9E3-7BF7301293C9}" type="presOf" srcId="{7584FC1C-DA6B-42E9-ABBB-0161021ED077}" destId="{0498108B-AC0A-45E0-B010-7BFB3C56D49C}" srcOrd="0" destOrd="0" presId="urn:microsoft.com/office/officeart/2005/8/layout/bProcess4"/>
    <dgm:cxn modelId="{B7FF002B-1138-41A6-B7FB-352CB2B3EA97}" srcId="{6223A500-DFC7-4FF1-9BA0-8D0CB933235A}" destId="{37C61EC2-09F8-40E5-B0E0-922F3A465756}" srcOrd="2" destOrd="0" parTransId="{2EE1CB87-324B-4923-B502-05D4F58EE3CD}" sibTransId="{5604E42A-EA1F-44A0-908F-4F9ECF36CCD6}"/>
    <dgm:cxn modelId="{08CC8E36-C4C2-4D0E-A443-26C8425A3E30}" type="presOf" srcId="{A84B0004-1B86-4D95-95D6-59AAFA8B9B35}" destId="{5BE83F62-B7B5-43DC-BFC5-C65B2ED3A13C}" srcOrd="0" destOrd="0" presId="urn:microsoft.com/office/officeart/2005/8/layout/bProcess4"/>
    <dgm:cxn modelId="{C557485B-F615-42C9-946C-5B5416EF38D1}" srcId="{6223A500-DFC7-4FF1-9BA0-8D0CB933235A}" destId="{257B053A-7AE5-4DE7-8226-71DC35BF1DE3}" srcOrd="9" destOrd="0" parTransId="{7EF5F380-18BC-4AB5-9BE8-385B4BBAC716}" sibTransId="{6F95F400-3BA9-4229-9912-473579E2AE8E}"/>
    <dgm:cxn modelId="{B992A55E-8FE1-49EC-99A4-C9C539878AF8}" srcId="{6223A500-DFC7-4FF1-9BA0-8D0CB933235A}" destId="{EE24C205-12A5-4EE6-BA87-E14F06A93D86}" srcOrd="6" destOrd="0" parTransId="{0C8E8995-CC38-4AF8-B371-B431D860E397}" sibTransId="{E527C318-FE6A-4652-B255-6D17446C4570}"/>
    <dgm:cxn modelId="{D112665F-95D2-40D1-94F1-22B96A4CC727}" srcId="{6223A500-DFC7-4FF1-9BA0-8D0CB933235A}" destId="{B8791DC5-5446-4108-BDCF-621FF3800964}" srcOrd="3" destOrd="0" parTransId="{A9FE16BE-0F6E-4F59-97D1-F700587BDD48}" sibTransId="{E53B1FD3-FF46-42F3-9267-778EC8F259C4}"/>
    <dgm:cxn modelId="{14C30744-550D-44BB-B44C-439269FEF6B9}" type="presOf" srcId="{1FB583C5-99D7-4653-B34F-6D9027A9130E}" destId="{79A5DA16-3FDB-42A9-9923-05D107A0B70C}" srcOrd="0" destOrd="0" presId="urn:microsoft.com/office/officeart/2005/8/layout/bProcess4"/>
    <dgm:cxn modelId="{A1E18547-777E-45F8-9BB8-68161F210242}" type="presOf" srcId="{996B6179-50C8-4156-A0C2-D773936AAA50}" destId="{58408303-87DB-4931-9C78-1270D19CC741}" srcOrd="0" destOrd="0" presId="urn:microsoft.com/office/officeart/2005/8/layout/bProcess4"/>
    <dgm:cxn modelId="{109C7B71-C28B-4CD9-B555-0F85CE7D27A9}" type="presOf" srcId="{D923D027-B10A-4DC6-A987-59389222AED5}" destId="{F85DE03F-CF81-4A40-BEAD-436B2E4FBE77}" srcOrd="0" destOrd="0" presId="urn:microsoft.com/office/officeart/2005/8/layout/bProcess4"/>
    <dgm:cxn modelId="{FD68BB72-AE91-4F34-8732-2A9188E15106}" type="presOf" srcId="{56DBDDF0-CC30-454E-AABC-B59053BAA91C}" destId="{299D685E-7F2D-4918-A4DA-B1B798FF47B1}" srcOrd="0" destOrd="0" presId="urn:microsoft.com/office/officeart/2005/8/layout/bProcess4"/>
    <dgm:cxn modelId="{ADEF2D7A-057A-4938-8344-5B47EC4E1EE8}" srcId="{6223A500-DFC7-4FF1-9BA0-8D0CB933235A}" destId="{D923D027-B10A-4DC6-A987-59389222AED5}" srcOrd="0" destOrd="0" parTransId="{A30326D5-1004-45FD-A4D7-34E2DD7954AD}" sibTransId="{CEA5EAB1-ED9B-470D-A2CC-428B1DBB3D43}"/>
    <dgm:cxn modelId="{40E09B5A-358D-4265-9FBB-4439E740A91E}" type="presOf" srcId="{C5B54D67-FA22-4D9B-9388-65DFDEF9C0F6}" destId="{778C39EE-92F5-45CA-A5B4-8F90CF35B8C3}" srcOrd="0" destOrd="0" presId="urn:microsoft.com/office/officeart/2005/8/layout/bProcess4"/>
    <dgm:cxn modelId="{A303EE5A-968E-467B-81CC-84F0578F526E}" type="presOf" srcId="{B8791DC5-5446-4108-BDCF-621FF3800964}" destId="{91AF867D-2CE7-4C31-98AC-AB3EAFFD3DF0}" srcOrd="0" destOrd="0" presId="urn:microsoft.com/office/officeart/2005/8/layout/bProcess4"/>
    <dgm:cxn modelId="{132BD47D-F4C2-44BE-8118-9AF6665FCE1F}" type="presOf" srcId="{0EDB1358-A7D7-40CC-8266-4ED7A93E7522}" destId="{75665545-BF70-404C-9942-5717F900F4EC}" srcOrd="0" destOrd="0" presId="urn:microsoft.com/office/officeart/2005/8/layout/bProcess4"/>
    <dgm:cxn modelId="{63E66889-2CEA-4FEA-ABE6-53D2B012A163}" srcId="{6223A500-DFC7-4FF1-9BA0-8D0CB933235A}" destId="{56DBDDF0-CC30-454E-AABC-B59053BAA91C}" srcOrd="10" destOrd="0" parTransId="{4CB9F9CA-037A-46FA-B414-7A5AA36989BC}" sibTransId="{DB184105-ACFA-4ADA-AD9F-BD485D5E9E6B}"/>
    <dgm:cxn modelId="{F1C42496-2558-4D0D-889A-4D953B125429}" srcId="{6223A500-DFC7-4FF1-9BA0-8D0CB933235A}" destId="{C90A4B72-D0C7-41AA-8EE9-B4701E9AC99B}" srcOrd="1" destOrd="0" parTransId="{0028FD0E-A2F0-495A-B03A-3AA9F2BC8D9F}" sibTransId="{186836CA-101E-4E9B-8560-7CAA5EA9F200}"/>
    <dgm:cxn modelId="{1A8A209E-54FA-448F-902C-6C741E48FBE0}" srcId="{6223A500-DFC7-4FF1-9BA0-8D0CB933235A}" destId="{0EDB1358-A7D7-40CC-8266-4ED7A93E7522}" srcOrd="4" destOrd="0" parTransId="{018EE4A5-A58B-4716-8E70-EE7E06557F41}" sibTransId="{A84B0004-1B86-4D95-95D6-59AAFA8B9B35}"/>
    <dgm:cxn modelId="{4CEE02B3-250B-4719-93E7-5B1074F39C26}" type="presOf" srcId="{EC5D3597-4514-4640-8E6C-B1F5513DB8CE}" destId="{EC28DB8F-F1E9-48C0-8DE9-C9B8CEC7A001}" srcOrd="0" destOrd="0" presId="urn:microsoft.com/office/officeart/2005/8/layout/bProcess4"/>
    <dgm:cxn modelId="{0E841AB4-A562-49B8-99C0-C7E5AFB21067}" srcId="{6223A500-DFC7-4FF1-9BA0-8D0CB933235A}" destId="{7584FC1C-DA6B-42E9-ABBB-0161021ED077}" srcOrd="5" destOrd="0" parTransId="{D9B4735F-A3AA-4B7E-8817-5A118428432B}" sibTransId="{C5B54D67-FA22-4D9B-9388-65DFDEF9C0F6}"/>
    <dgm:cxn modelId="{AD00B5B9-F79A-4D16-8FE5-EA71F4D2C9FE}" type="presOf" srcId="{37C61EC2-09F8-40E5-B0E0-922F3A465756}" destId="{4D70AFD3-4353-4476-B45F-DAC3E61D8003}" srcOrd="0" destOrd="0" presId="urn:microsoft.com/office/officeart/2005/8/layout/bProcess4"/>
    <dgm:cxn modelId="{5A6AE7C5-8175-4AF1-AB8A-950DDFB522D0}" type="presOf" srcId="{E527C318-FE6A-4652-B255-6D17446C4570}" destId="{3AB6DE4C-6A34-4557-B396-32062A2B9CC1}" srcOrd="0" destOrd="0" presId="urn:microsoft.com/office/officeart/2005/8/layout/bProcess4"/>
    <dgm:cxn modelId="{2980E3C6-3F44-4DC0-BAAA-C7774D05D769}" type="presOf" srcId="{C90A4B72-D0C7-41AA-8EE9-B4701E9AC99B}" destId="{96D8EAC4-4703-4036-9CC6-E3CD43D4EE09}" srcOrd="0" destOrd="0" presId="urn:microsoft.com/office/officeart/2005/8/layout/bProcess4"/>
    <dgm:cxn modelId="{61AA9DC9-653C-4D52-88EF-DB2A124FDBA5}" type="presOf" srcId="{6F95F400-3BA9-4229-9912-473579E2AE8E}" destId="{F477A4AB-5C78-4D7D-9771-1A4A50C816E5}" srcOrd="0" destOrd="0" presId="urn:microsoft.com/office/officeart/2005/8/layout/bProcess4"/>
    <dgm:cxn modelId="{576B1DD8-E294-4C09-98F0-F53E99FCE000}" srcId="{6223A500-DFC7-4FF1-9BA0-8D0CB933235A}" destId="{996B6179-50C8-4156-A0C2-D773936AAA50}" srcOrd="8" destOrd="0" parTransId="{F43A6B36-7C0D-4D82-B5C5-81DB644DC7FB}" sibTransId="{3670CF27-348E-47A5-8259-5EB20D393943}"/>
    <dgm:cxn modelId="{E2E01CD9-CC87-4F39-A1F5-14439634BFC3}" srcId="{6223A500-DFC7-4FF1-9BA0-8D0CB933235A}" destId="{EC5D3597-4514-4640-8E6C-B1F5513DB8CE}" srcOrd="7" destOrd="0" parTransId="{A74EA7E1-481E-4860-BAA1-904906B4C6C5}" sibTransId="{1FB583C5-99D7-4653-B34F-6D9027A9130E}"/>
    <dgm:cxn modelId="{E3391ADE-8ABA-43FD-94D0-0AB6B6518728}" type="presOf" srcId="{E53B1FD3-FF46-42F3-9267-778EC8F259C4}" destId="{1B7F4AE9-86A2-41D2-9766-BE428C222594}" srcOrd="0" destOrd="0" presId="urn:microsoft.com/office/officeart/2005/8/layout/bProcess4"/>
    <dgm:cxn modelId="{CB57E2FB-E7C0-4233-91F3-5E984E645DFA}" type="presOf" srcId="{EE24C205-12A5-4EE6-BA87-E14F06A93D86}" destId="{68D35103-D8CF-417F-ADEB-69E44AA7E4A6}" srcOrd="0" destOrd="0" presId="urn:microsoft.com/office/officeart/2005/8/layout/bProcess4"/>
    <dgm:cxn modelId="{D79F38EB-D287-4B82-936B-D39B34325EB3}" type="presParOf" srcId="{BA77DA0B-587C-47A3-AAF3-7CC29BE272C2}" destId="{F0D208D1-D61A-4CA2-9FC4-38343C3795BF}" srcOrd="0" destOrd="0" presId="urn:microsoft.com/office/officeart/2005/8/layout/bProcess4"/>
    <dgm:cxn modelId="{96E334B9-F215-4786-8B98-DDF8AEDB784D}" type="presParOf" srcId="{F0D208D1-D61A-4CA2-9FC4-38343C3795BF}" destId="{4BDC892A-EA0A-4CE8-B82F-6F43CD296F04}" srcOrd="0" destOrd="0" presId="urn:microsoft.com/office/officeart/2005/8/layout/bProcess4"/>
    <dgm:cxn modelId="{E4637D3A-19DC-437D-AC44-C411025E083F}" type="presParOf" srcId="{F0D208D1-D61A-4CA2-9FC4-38343C3795BF}" destId="{F85DE03F-CF81-4A40-BEAD-436B2E4FBE77}" srcOrd="1" destOrd="0" presId="urn:microsoft.com/office/officeart/2005/8/layout/bProcess4"/>
    <dgm:cxn modelId="{A1819BDA-9777-4717-B530-CA95317A4792}" type="presParOf" srcId="{BA77DA0B-587C-47A3-AAF3-7CC29BE272C2}" destId="{7F9476BC-E4D0-4D5E-B367-FCF95E464DFE}" srcOrd="1" destOrd="0" presId="urn:microsoft.com/office/officeart/2005/8/layout/bProcess4"/>
    <dgm:cxn modelId="{45A3B442-6DB3-4ED8-B229-2E327835548E}" type="presParOf" srcId="{BA77DA0B-587C-47A3-AAF3-7CC29BE272C2}" destId="{7518CBE9-004F-4CF3-AEA0-14B6B32C260B}" srcOrd="2" destOrd="0" presId="urn:microsoft.com/office/officeart/2005/8/layout/bProcess4"/>
    <dgm:cxn modelId="{3E61692E-7164-4A8B-8CC8-4526BE2442B3}" type="presParOf" srcId="{7518CBE9-004F-4CF3-AEA0-14B6B32C260B}" destId="{C46634E7-C4A4-4BE2-878E-AABF841CBA4F}" srcOrd="0" destOrd="0" presId="urn:microsoft.com/office/officeart/2005/8/layout/bProcess4"/>
    <dgm:cxn modelId="{B24A4409-3B45-48E2-9BB8-206E4050D80B}" type="presParOf" srcId="{7518CBE9-004F-4CF3-AEA0-14B6B32C260B}" destId="{96D8EAC4-4703-4036-9CC6-E3CD43D4EE09}" srcOrd="1" destOrd="0" presId="urn:microsoft.com/office/officeart/2005/8/layout/bProcess4"/>
    <dgm:cxn modelId="{ED356258-0ED3-4AF0-9CC8-31CB8DC13C62}" type="presParOf" srcId="{BA77DA0B-587C-47A3-AAF3-7CC29BE272C2}" destId="{961F15EC-FE95-4F22-B751-2D88CEF0A066}" srcOrd="3" destOrd="0" presId="urn:microsoft.com/office/officeart/2005/8/layout/bProcess4"/>
    <dgm:cxn modelId="{8BD1A6FC-8702-4D73-923E-79BCE7878C91}" type="presParOf" srcId="{BA77DA0B-587C-47A3-AAF3-7CC29BE272C2}" destId="{445D5EDB-87A2-4080-8A4C-5AFAF191D4D6}" srcOrd="4" destOrd="0" presId="urn:microsoft.com/office/officeart/2005/8/layout/bProcess4"/>
    <dgm:cxn modelId="{C289F4B0-B1D1-4E1B-AADB-4B4AED9084D7}" type="presParOf" srcId="{445D5EDB-87A2-4080-8A4C-5AFAF191D4D6}" destId="{17C0B1E7-1CB2-4055-9AB7-77D061ED93FE}" srcOrd="0" destOrd="0" presId="urn:microsoft.com/office/officeart/2005/8/layout/bProcess4"/>
    <dgm:cxn modelId="{294C3EA5-0CC1-46AF-AFA1-D7025E973453}" type="presParOf" srcId="{445D5EDB-87A2-4080-8A4C-5AFAF191D4D6}" destId="{4D70AFD3-4353-4476-B45F-DAC3E61D8003}" srcOrd="1" destOrd="0" presId="urn:microsoft.com/office/officeart/2005/8/layout/bProcess4"/>
    <dgm:cxn modelId="{BEFEBCE1-3BA2-4ACA-ABDF-EE6F172A2575}" type="presParOf" srcId="{BA77DA0B-587C-47A3-AAF3-7CC29BE272C2}" destId="{5493DB06-19EC-4831-9B34-7A81B904EDD2}" srcOrd="5" destOrd="0" presId="urn:microsoft.com/office/officeart/2005/8/layout/bProcess4"/>
    <dgm:cxn modelId="{AE34EE81-3B64-4604-BD39-6B32C4847BAF}" type="presParOf" srcId="{BA77DA0B-587C-47A3-AAF3-7CC29BE272C2}" destId="{F958A7A2-A638-45A7-B926-5446F755FCDE}" srcOrd="6" destOrd="0" presId="urn:microsoft.com/office/officeart/2005/8/layout/bProcess4"/>
    <dgm:cxn modelId="{3BDC80DE-737F-4BC2-B935-ABDB0CCDC232}" type="presParOf" srcId="{F958A7A2-A638-45A7-B926-5446F755FCDE}" destId="{76FCA632-A64C-4512-9F0E-D4B5F94510CF}" srcOrd="0" destOrd="0" presId="urn:microsoft.com/office/officeart/2005/8/layout/bProcess4"/>
    <dgm:cxn modelId="{60B35A5B-080B-4E64-B35B-9FD8B887F38D}" type="presParOf" srcId="{F958A7A2-A638-45A7-B926-5446F755FCDE}" destId="{91AF867D-2CE7-4C31-98AC-AB3EAFFD3DF0}" srcOrd="1" destOrd="0" presId="urn:microsoft.com/office/officeart/2005/8/layout/bProcess4"/>
    <dgm:cxn modelId="{45BD9FDC-34EF-4388-B954-42CC145C5B82}" type="presParOf" srcId="{BA77DA0B-587C-47A3-AAF3-7CC29BE272C2}" destId="{1B7F4AE9-86A2-41D2-9766-BE428C222594}" srcOrd="7" destOrd="0" presId="urn:microsoft.com/office/officeart/2005/8/layout/bProcess4"/>
    <dgm:cxn modelId="{9B2F618E-663B-456A-8DAC-B7742E9C0FC5}" type="presParOf" srcId="{BA77DA0B-587C-47A3-AAF3-7CC29BE272C2}" destId="{2E4849A6-6F03-485F-9781-8AB505F67A47}" srcOrd="8" destOrd="0" presId="urn:microsoft.com/office/officeart/2005/8/layout/bProcess4"/>
    <dgm:cxn modelId="{7C55F8D0-BB34-44B0-8252-CC01794D0D75}" type="presParOf" srcId="{2E4849A6-6F03-485F-9781-8AB505F67A47}" destId="{6D2C0518-0B8D-41DF-A8DC-14BF3F562306}" srcOrd="0" destOrd="0" presId="urn:microsoft.com/office/officeart/2005/8/layout/bProcess4"/>
    <dgm:cxn modelId="{570AAEE3-FDF1-467D-8F06-F69A1CB957F2}" type="presParOf" srcId="{2E4849A6-6F03-485F-9781-8AB505F67A47}" destId="{75665545-BF70-404C-9942-5717F900F4EC}" srcOrd="1" destOrd="0" presId="urn:microsoft.com/office/officeart/2005/8/layout/bProcess4"/>
    <dgm:cxn modelId="{7147B890-97E8-4E5C-B978-95EA5833CF6A}" type="presParOf" srcId="{BA77DA0B-587C-47A3-AAF3-7CC29BE272C2}" destId="{5BE83F62-B7B5-43DC-BFC5-C65B2ED3A13C}" srcOrd="9" destOrd="0" presId="urn:microsoft.com/office/officeart/2005/8/layout/bProcess4"/>
    <dgm:cxn modelId="{182DDFDB-353C-4E47-BEA4-88CDA376CC6C}" type="presParOf" srcId="{BA77DA0B-587C-47A3-AAF3-7CC29BE272C2}" destId="{BBBAB7AA-2308-4B03-B65F-83A73C1A8F1E}" srcOrd="10" destOrd="0" presId="urn:microsoft.com/office/officeart/2005/8/layout/bProcess4"/>
    <dgm:cxn modelId="{F6E62AF3-4B80-4699-B649-F718FAA922F1}" type="presParOf" srcId="{BBBAB7AA-2308-4B03-B65F-83A73C1A8F1E}" destId="{F8229D21-7C9D-4A78-88F9-07E3C3459D4E}" srcOrd="0" destOrd="0" presId="urn:microsoft.com/office/officeart/2005/8/layout/bProcess4"/>
    <dgm:cxn modelId="{1D00E706-8127-4C4A-BB47-EEAF63306E09}" type="presParOf" srcId="{BBBAB7AA-2308-4B03-B65F-83A73C1A8F1E}" destId="{0498108B-AC0A-45E0-B010-7BFB3C56D49C}" srcOrd="1" destOrd="0" presId="urn:microsoft.com/office/officeart/2005/8/layout/bProcess4"/>
    <dgm:cxn modelId="{FC634827-D849-4BDA-9049-465C93F135B9}" type="presParOf" srcId="{BA77DA0B-587C-47A3-AAF3-7CC29BE272C2}" destId="{778C39EE-92F5-45CA-A5B4-8F90CF35B8C3}" srcOrd="11" destOrd="0" presId="urn:microsoft.com/office/officeart/2005/8/layout/bProcess4"/>
    <dgm:cxn modelId="{A270B918-0EAC-40AD-ABA7-3F210E9B53E4}" type="presParOf" srcId="{BA77DA0B-587C-47A3-AAF3-7CC29BE272C2}" destId="{3DD1EE1C-3692-4200-AA1E-380426A7377F}" srcOrd="12" destOrd="0" presId="urn:microsoft.com/office/officeart/2005/8/layout/bProcess4"/>
    <dgm:cxn modelId="{BD79A585-58A3-4846-89EF-60BAE0C86C8A}" type="presParOf" srcId="{3DD1EE1C-3692-4200-AA1E-380426A7377F}" destId="{F64751C9-D050-46EC-B4D7-FF9C989F616E}" srcOrd="0" destOrd="0" presId="urn:microsoft.com/office/officeart/2005/8/layout/bProcess4"/>
    <dgm:cxn modelId="{0F826BD2-2DE7-4899-AD16-1FBA00C7A611}" type="presParOf" srcId="{3DD1EE1C-3692-4200-AA1E-380426A7377F}" destId="{68D35103-D8CF-417F-ADEB-69E44AA7E4A6}" srcOrd="1" destOrd="0" presId="urn:microsoft.com/office/officeart/2005/8/layout/bProcess4"/>
    <dgm:cxn modelId="{07270A2D-2EAF-484F-8FA2-FE9227AFA00F}" type="presParOf" srcId="{BA77DA0B-587C-47A3-AAF3-7CC29BE272C2}" destId="{3AB6DE4C-6A34-4557-B396-32062A2B9CC1}" srcOrd="13" destOrd="0" presId="urn:microsoft.com/office/officeart/2005/8/layout/bProcess4"/>
    <dgm:cxn modelId="{341CF293-EA99-4F7E-9C0D-738D245CD78B}" type="presParOf" srcId="{BA77DA0B-587C-47A3-AAF3-7CC29BE272C2}" destId="{D93241BB-FB75-4C71-824C-5018F637E7BB}" srcOrd="14" destOrd="0" presId="urn:microsoft.com/office/officeart/2005/8/layout/bProcess4"/>
    <dgm:cxn modelId="{E91E5BB5-F6D4-435D-A910-0ECC2C573BE6}" type="presParOf" srcId="{D93241BB-FB75-4C71-824C-5018F637E7BB}" destId="{1CC46F9F-87E4-4CAD-BE35-37767BB90291}" srcOrd="0" destOrd="0" presId="urn:microsoft.com/office/officeart/2005/8/layout/bProcess4"/>
    <dgm:cxn modelId="{3A67E337-CCC1-4954-927A-E29A59C4B29E}" type="presParOf" srcId="{D93241BB-FB75-4C71-824C-5018F637E7BB}" destId="{EC28DB8F-F1E9-48C0-8DE9-C9B8CEC7A001}" srcOrd="1" destOrd="0" presId="urn:microsoft.com/office/officeart/2005/8/layout/bProcess4"/>
    <dgm:cxn modelId="{97170D28-8DD7-400B-9858-1FFA2760B80B}" type="presParOf" srcId="{BA77DA0B-587C-47A3-AAF3-7CC29BE272C2}" destId="{79A5DA16-3FDB-42A9-9923-05D107A0B70C}" srcOrd="15" destOrd="0" presId="urn:microsoft.com/office/officeart/2005/8/layout/bProcess4"/>
    <dgm:cxn modelId="{AC99AA1D-8839-48DD-9CE6-53DEDE94A46F}" type="presParOf" srcId="{BA77DA0B-587C-47A3-AAF3-7CC29BE272C2}" destId="{0EFF0312-AE69-4D98-BB51-818CBFCED690}" srcOrd="16" destOrd="0" presId="urn:microsoft.com/office/officeart/2005/8/layout/bProcess4"/>
    <dgm:cxn modelId="{06C4DA6A-7696-4EE6-9612-5F0D37BE4519}" type="presParOf" srcId="{0EFF0312-AE69-4D98-BB51-818CBFCED690}" destId="{0BC4732C-1F24-4654-A17F-A683A7558442}" srcOrd="0" destOrd="0" presId="urn:microsoft.com/office/officeart/2005/8/layout/bProcess4"/>
    <dgm:cxn modelId="{AF7E4DCD-2C5E-4F05-BC99-C2CDACA1E3CE}" type="presParOf" srcId="{0EFF0312-AE69-4D98-BB51-818CBFCED690}" destId="{58408303-87DB-4931-9C78-1270D19CC741}" srcOrd="1" destOrd="0" presId="urn:microsoft.com/office/officeart/2005/8/layout/bProcess4"/>
    <dgm:cxn modelId="{84B255F7-6AE0-4EB4-8884-834B0521FFB7}" type="presParOf" srcId="{BA77DA0B-587C-47A3-AAF3-7CC29BE272C2}" destId="{E1DAD2DB-5DC7-4EB4-9C7C-4634D51018CA}" srcOrd="17" destOrd="0" presId="urn:microsoft.com/office/officeart/2005/8/layout/bProcess4"/>
    <dgm:cxn modelId="{8F4BFA04-240C-47EB-B0D2-B29F4F0E8F4A}" type="presParOf" srcId="{BA77DA0B-587C-47A3-AAF3-7CC29BE272C2}" destId="{21676F65-F95D-4D10-A5CE-327BE5540555}" srcOrd="18" destOrd="0" presId="urn:microsoft.com/office/officeart/2005/8/layout/bProcess4"/>
    <dgm:cxn modelId="{FC4A484C-F21F-4C89-B7CE-EE7DBA1FDA4B}" type="presParOf" srcId="{21676F65-F95D-4D10-A5CE-327BE5540555}" destId="{3C9AA20E-098C-4105-BD4B-7FF1F31D8E03}" srcOrd="0" destOrd="0" presId="urn:microsoft.com/office/officeart/2005/8/layout/bProcess4"/>
    <dgm:cxn modelId="{28635279-617D-4D6C-A6B8-42654FD1160D}" type="presParOf" srcId="{21676F65-F95D-4D10-A5CE-327BE5540555}" destId="{B462AB72-DFEA-493C-B659-B99D24692E8B}" srcOrd="1" destOrd="0" presId="urn:microsoft.com/office/officeart/2005/8/layout/bProcess4"/>
    <dgm:cxn modelId="{2EA74C20-BBA5-4288-A0FB-C02BFA4401E7}" type="presParOf" srcId="{BA77DA0B-587C-47A3-AAF3-7CC29BE272C2}" destId="{F477A4AB-5C78-4D7D-9771-1A4A50C816E5}" srcOrd="19" destOrd="0" presId="urn:microsoft.com/office/officeart/2005/8/layout/bProcess4"/>
    <dgm:cxn modelId="{4A3D519C-033A-456B-9598-7D60DD3CEFF8}" type="presParOf" srcId="{BA77DA0B-587C-47A3-AAF3-7CC29BE272C2}" destId="{D537C252-6D07-4981-8864-81B5DE5869F4}" srcOrd="20" destOrd="0" presId="urn:microsoft.com/office/officeart/2005/8/layout/bProcess4"/>
    <dgm:cxn modelId="{98C818BB-61B1-4644-8D24-7296C5B30523}" type="presParOf" srcId="{D537C252-6D07-4981-8864-81B5DE5869F4}" destId="{641EB70C-81B1-4A31-A2E1-9B467B4E71D2}" srcOrd="0" destOrd="0" presId="urn:microsoft.com/office/officeart/2005/8/layout/bProcess4"/>
    <dgm:cxn modelId="{28CED5CC-B806-45D2-B302-5CB516D51FF0}" type="presParOf" srcId="{D537C252-6D07-4981-8864-81B5DE5869F4}" destId="{299D685E-7F2D-4918-A4DA-B1B798FF47B1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EE893E-CC72-40BF-A457-78E469EC7A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C5C2B3-977F-443D-9226-E4E4739CC02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Docker container health monitoring (docker ps)</a:t>
          </a:r>
          <a:endParaRPr lang="en-US"/>
        </a:p>
      </dgm:t>
    </dgm:pt>
    <dgm:pt modelId="{02854DD3-9556-4981-8C63-8A21F9389DD9}" type="parTrans" cxnId="{94AF70BE-194A-4AF2-8011-0EF1FE25ACFD}">
      <dgm:prSet/>
      <dgm:spPr/>
      <dgm:t>
        <a:bodyPr/>
        <a:lstStyle/>
        <a:p>
          <a:endParaRPr lang="en-US"/>
        </a:p>
      </dgm:t>
    </dgm:pt>
    <dgm:pt modelId="{334BD61C-6BB8-4070-9F49-DD435FDEE7FE}" type="sibTrans" cxnId="{94AF70BE-194A-4AF2-8011-0EF1FE25ACFD}">
      <dgm:prSet/>
      <dgm:spPr/>
      <dgm:t>
        <a:bodyPr/>
        <a:lstStyle/>
        <a:p>
          <a:endParaRPr lang="en-US"/>
        </a:p>
      </dgm:t>
    </dgm:pt>
    <dgm:pt modelId="{B5D8398E-FA80-499F-B5D3-5EAAB17D8CB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Kafka monitoring via Kafdrop UI</a:t>
          </a:r>
          <a:endParaRPr lang="en-US"/>
        </a:p>
      </dgm:t>
    </dgm:pt>
    <dgm:pt modelId="{531BEF03-43B4-4270-BEBD-85EAADD75F58}" type="parTrans" cxnId="{E58A21C3-5C2D-4154-B33E-F2DCF8B269C9}">
      <dgm:prSet/>
      <dgm:spPr/>
      <dgm:t>
        <a:bodyPr/>
        <a:lstStyle/>
        <a:p>
          <a:endParaRPr lang="en-US"/>
        </a:p>
      </dgm:t>
    </dgm:pt>
    <dgm:pt modelId="{9E0ED821-A65E-4DD8-B7D9-C629DBAEF436}" type="sibTrans" cxnId="{E58A21C3-5C2D-4154-B33E-F2DCF8B269C9}">
      <dgm:prSet/>
      <dgm:spPr/>
      <dgm:t>
        <a:bodyPr/>
        <a:lstStyle/>
        <a:p>
          <a:endParaRPr lang="en-US"/>
        </a:p>
      </dgm:t>
    </dgm:pt>
    <dgm:pt modelId="{99337CBB-D712-4A3F-851B-D911A127AA1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Pub/Sub log validation</a:t>
          </a:r>
          <a:endParaRPr lang="en-US"/>
        </a:p>
      </dgm:t>
    </dgm:pt>
    <dgm:pt modelId="{1EC76EF0-2973-4180-9C0D-794F7E52FC3C}" type="parTrans" cxnId="{0F4BB376-45C0-415D-A40A-68C3C63DDD38}">
      <dgm:prSet/>
      <dgm:spPr/>
      <dgm:t>
        <a:bodyPr/>
        <a:lstStyle/>
        <a:p>
          <a:endParaRPr lang="en-US"/>
        </a:p>
      </dgm:t>
    </dgm:pt>
    <dgm:pt modelId="{C8896037-AB46-4A01-93E9-D097C5397102}" type="sibTrans" cxnId="{0F4BB376-45C0-415D-A40A-68C3C63DDD38}">
      <dgm:prSet/>
      <dgm:spPr/>
      <dgm:t>
        <a:bodyPr/>
        <a:lstStyle/>
        <a:p>
          <a:endParaRPr lang="en-US"/>
        </a:p>
      </dgm:t>
    </dgm:pt>
    <dgm:pt modelId="{351C3198-EC08-4DB6-8D90-9F1FB2B6A04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BigQuery Job History monitoring</a:t>
          </a:r>
          <a:endParaRPr lang="en-US"/>
        </a:p>
      </dgm:t>
    </dgm:pt>
    <dgm:pt modelId="{D6CAEC54-A1C8-42F6-93A7-2B44FBC6E552}" type="parTrans" cxnId="{BFC34952-15CD-41B0-977E-7C5CA5D17646}">
      <dgm:prSet/>
      <dgm:spPr/>
      <dgm:t>
        <a:bodyPr/>
        <a:lstStyle/>
        <a:p>
          <a:endParaRPr lang="en-US"/>
        </a:p>
      </dgm:t>
    </dgm:pt>
    <dgm:pt modelId="{28ECEBF8-03F7-4D20-8375-2777F4DE52B3}" type="sibTrans" cxnId="{BFC34952-15CD-41B0-977E-7C5CA5D17646}">
      <dgm:prSet/>
      <dgm:spPr/>
      <dgm:t>
        <a:bodyPr/>
        <a:lstStyle/>
        <a:p>
          <a:endParaRPr lang="en-US"/>
        </a:p>
      </dgm:t>
    </dgm:pt>
    <dgm:pt modelId="{2A27B826-7FE7-4218-AC5E-C997F3496CD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ML training metrics and evaluation</a:t>
          </a:r>
          <a:endParaRPr lang="en-US"/>
        </a:p>
      </dgm:t>
    </dgm:pt>
    <dgm:pt modelId="{9C3FAD2C-8482-416C-B155-EFCC35A8314F}" type="parTrans" cxnId="{EBF68979-59FD-4FF2-9327-DDCC80F7126D}">
      <dgm:prSet/>
      <dgm:spPr/>
      <dgm:t>
        <a:bodyPr/>
        <a:lstStyle/>
        <a:p>
          <a:endParaRPr lang="en-US"/>
        </a:p>
      </dgm:t>
    </dgm:pt>
    <dgm:pt modelId="{BE30D0C0-0FB9-4866-9F05-7D3CE9E3A89B}" type="sibTrans" cxnId="{EBF68979-59FD-4FF2-9327-DDCC80F7126D}">
      <dgm:prSet/>
      <dgm:spPr/>
      <dgm:t>
        <a:bodyPr/>
        <a:lstStyle/>
        <a:p>
          <a:endParaRPr lang="en-US"/>
        </a:p>
      </dgm:t>
    </dgm:pt>
    <dgm:pt modelId="{70963490-659B-4E6B-AB70-9F63040196E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Ensures system reliability and correctness</a:t>
          </a:r>
          <a:endParaRPr lang="en-US"/>
        </a:p>
      </dgm:t>
    </dgm:pt>
    <dgm:pt modelId="{DDDCEF92-7FC5-4BBB-9D82-65BE662AD36C}" type="parTrans" cxnId="{401AD813-7B63-4B4B-9956-3E684B6EC71F}">
      <dgm:prSet/>
      <dgm:spPr/>
      <dgm:t>
        <a:bodyPr/>
        <a:lstStyle/>
        <a:p>
          <a:endParaRPr lang="en-US"/>
        </a:p>
      </dgm:t>
    </dgm:pt>
    <dgm:pt modelId="{48BF971C-7E91-45F7-9AC3-81C7A23EFC73}" type="sibTrans" cxnId="{401AD813-7B63-4B4B-9956-3E684B6EC71F}">
      <dgm:prSet/>
      <dgm:spPr/>
      <dgm:t>
        <a:bodyPr/>
        <a:lstStyle/>
        <a:p>
          <a:endParaRPr lang="en-US"/>
        </a:p>
      </dgm:t>
    </dgm:pt>
    <dgm:pt modelId="{083FCAE1-91AF-4635-A33E-77E180855166}" type="pres">
      <dgm:prSet presAssocID="{3BEE893E-CC72-40BF-A457-78E469EC7AC8}" presName="root" presStyleCnt="0">
        <dgm:presLayoutVars>
          <dgm:dir/>
          <dgm:resizeHandles val="exact"/>
        </dgm:presLayoutVars>
      </dgm:prSet>
      <dgm:spPr/>
    </dgm:pt>
    <dgm:pt modelId="{3375C15D-8A3A-46C3-B4AC-F809CAC6D053}" type="pres">
      <dgm:prSet presAssocID="{76C5C2B3-977F-443D-9226-E4E4739CC02E}" presName="compNode" presStyleCnt="0"/>
      <dgm:spPr/>
    </dgm:pt>
    <dgm:pt modelId="{F864F720-F053-482E-A927-3D0391AD2C51}" type="pres">
      <dgm:prSet presAssocID="{76C5C2B3-977F-443D-9226-E4E4739CC02E}" presName="bgRect" presStyleLbl="bgShp" presStyleIdx="0" presStyleCnt="6"/>
      <dgm:spPr/>
    </dgm:pt>
    <dgm:pt modelId="{74D20B19-8F2D-4536-8A57-5A596380294E}" type="pres">
      <dgm:prSet presAssocID="{76C5C2B3-977F-443D-9226-E4E4739CC02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28D14ABB-A3E7-4B62-8DB0-02AB9E84DCF0}" type="pres">
      <dgm:prSet presAssocID="{76C5C2B3-977F-443D-9226-E4E4739CC02E}" presName="spaceRect" presStyleCnt="0"/>
      <dgm:spPr/>
    </dgm:pt>
    <dgm:pt modelId="{38597FEA-8661-4986-8DA5-751BA3654CF8}" type="pres">
      <dgm:prSet presAssocID="{76C5C2B3-977F-443D-9226-E4E4739CC02E}" presName="parTx" presStyleLbl="revTx" presStyleIdx="0" presStyleCnt="6">
        <dgm:presLayoutVars>
          <dgm:chMax val="0"/>
          <dgm:chPref val="0"/>
        </dgm:presLayoutVars>
      </dgm:prSet>
      <dgm:spPr/>
    </dgm:pt>
    <dgm:pt modelId="{774C9A15-0A82-4482-B078-B406E21FE45B}" type="pres">
      <dgm:prSet presAssocID="{334BD61C-6BB8-4070-9F49-DD435FDEE7FE}" presName="sibTrans" presStyleCnt="0"/>
      <dgm:spPr/>
    </dgm:pt>
    <dgm:pt modelId="{387B7F51-661E-4D05-B48D-7FB10ACB0FA9}" type="pres">
      <dgm:prSet presAssocID="{B5D8398E-FA80-499F-B5D3-5EAAB17D8CB8}" presName="compNode" presStyleCnt="0"/>
      <dgm:spPr/>
    </dgm:pt>
    <dgm:pt modelId="{5C116DB0-976F-497C-8760-888206E3D943}" type="pres">
      <dgm:prSet presAssocID="{B5D8398E-FA80-499F-B5D3-5EAAB17D8CB8}" presName="bgRect" presStyleLbl="bgShp" presStyleIdx="1" presStyleCnt="6"/>
      <dgm:spPr/>
    </dgm:pt>
    <dgm:pt modelId="{A9E4EB39-F1C2-49B5-AEFD-7860DCB2C41A}" type="pres">
      <dgm:prSet presAssocID="{B5D8398E-FA80-499F-B5D3-5EAAB17D8CB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2A01B70-EEF9-431F-87E7-06D2E9CDEB34}" type="pres">
      <dgm:prSet presAssocID="{B5D8398E-FA80-499F-B5D3-5EAAB17D8CB8}" presName="spaceRect" presStyleCnt="0"/>
      <dgm:spPr/>
    </dgm:pt>
    <dgm:pt modelId="{1DE9B4B1-0762-4C94-B534-EE5D9FF6CC26}" type="pres">
      <dgm:prSet presAssocID="{B5D8398E-FA80-499F-B5D3-5EAAB17D8CB8}" presName="parTx" presStyleLbl="revTx" presStyleIdx="1" presStyleCnt="6">
        <dgm:presLayoutVars>
          <dgm:chMax val="0"/>
          <dgm:chPref val="0"/>
        </dgm:presLayoutVars>
      </dgm:prSet>
      <dgm:spPr/>
    </dgm:pt>
    <dgm:pt modelId="{BB5B12E5-958C-4D2A-8ED3-E04E2CA13E20}" type="pres">
      <dgm:prSet presAssocID="{9E0ED821-A65E-4DD8-B7D9-C629DBAEF436}" presName="sibTrans" presStyleCnt="0"/>
      <dgm:spPr/>
    </dgm:pt>
    <dgm:pt modelId="{C7E2D95D-00F5-421E-8633-2EEA1876E2BB}" type="pres">
      <dgm:prSet presAssocID="{99337CBB-D712-4A3F-851B-D911A127AA1C}" presName="compNode" presStyleCnt="0"/>
      <dgm:spPr/>
    </dgm:pt>
    <dgm:pt modelId="{3C602873-91F4-4AD7-8446-19E9E79BF0ED}" type="pres">
      <dgm:prSet presAssocID="{99337CBB-D712-4A3F-851B-D911A127AA1C}" presName="bgRect" presStyleLbl="bgShp" presStyleIdx="2" presStyleCnt="6"/>
      <dgm:spPr/>
    </dgm:pt>
    <dgm:pt modelId="{FDB5ECA3-6304-4A5A-BEF1-FE69F216C76D}" type="pres">
      <dgm:prSet presAssocID="{99337CBB-D712-4A3F-851B-D911A127AA1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EB4C0F88-4B3F-45EE-AD95-34E908F8B92E}" type="pres">
      <dgm:prSet presAssocID="{99337CBB-D712-4A3F-851B-D911A127AA1C}" presName="spaceRect" presStyleCnt="0"/>
      <dgm:spPr/>
    </dgm:pt>
    <dgm:pt modelId="{F515AAF3-5A39-4B2A-807C-0D8F0CF8FCFC}" type="pres">
      <dgm:prSet presAssocID="{99337CBB-D712-4A3F-851B-D911A127AA1C}" presName="parTx" presStyleLbl="revTx" presStyleIdx="2" presStyleCnt="6">
        <dgm:presLayoutVars>
          <dgm:chMax val="0"/>
          <dgm:chPref val="0"/>
        </dgm:presLayoutVars>
      </dgm:prSet>
      <dgm:spPr/>
    </dgm:pt>
    <dgm:pt modelId="{05ED3BB5-4C56-43A7-8785-0575BE3ACA39}" type="pres">
      <dgm:prSet presAssocID="{C8896037-AB46-4A01-93E9-D097C5397102}" presName="sibTrans" presStyleCnt="0"/>
      <dgm:spPr/>
    </dgm:pt>
    <dgm:pt modelId="{2B91E48C-6BBF-4AC6-923A-2664AEFB37A8}" type="pres">
      <dgm:prSet presAssocID="{351C3198-EC08-4DB6-8D90-9F1FB2B6A041}" presName="compNode" presStyleCnt="0"/>
      <dgm:spPr/>
    </dgm:pt>
    <dgm:pt modelId="{EBE3A972-E74F-45EB-A5A1-FCD9A1C49C92}" type="pres">
      <dgm:prSet presAssocID="{351C3198-EC08-4DB6-8D90-9F1FB2B6A041}" presName="bgRect" presStyleLbl="bgShp" presStyleIdx="3" presStyleCnt="6"/>
      <dgm:spPr/>
    </dgm:pt>
    <dgm:pt modelId="{A05066C3-6197-46F5-B12C-5A2B4C538657}" type="pres">
      <dgm:prSet presAssocID="{351C3198-EC08-4DB6-8D90-9F1FB2B6A04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9145B0D-564F-487D-9ED7-6B513226E6F3}" type="pres">
      <dgm:prSet presAssocID="{351C3198-EC08-4DB6-8D90-9F1FB2B6A041}" presName="spaceRect" presStyleCnt="0"/>
      <dgm:spPr/>
    </dgm:pt>
    <dgm:pt modelId="{36FEFDC0-E7B9-4399-9297-798BCEEF1557}" type="pres">
      <dgm:prSet presAssocID="{351C3198-EC08-4DB6-8D90-9F1FB2B6A041}" presName="parTx" presStyleLbl="revTx" presStyleIdx="3" presStyleCnt="6">
        <dgm:presLayoutVars>
          <dgm:chMax val="0"/>
          <dgm:chPref val="0"/>
        </dgm:presLayoutVars>
      </dgm:prSet>
      <dgm:spPr/>
    </dgm:pt>
    <dgm:pt modelId="{DE11C331-8AE1-485F-8AF8-E60666FB38FB}" type="pres">
      <dgm:prSet presAssocID="{28ECEBF8-03F7-4D20-8375-2777F4DE52B3}" presName="sibTrans" presStyleCnt="0"/>
      <dgm:spPr/>
    </dgm:pt>
    <dgm:pt modelId="{4319D8BC-FC8D-4573-B31F-DE4D182FC91B}" type="pres">
      <dgm:prSet presAssocID="{2A27B826-7FE7-4218-AC5E-C997F3496CDD}" presName="compNode" presStyleCnt="0"/>
      <dgm:spPr/>
    </dgm:pt>
    <dgm:pt modelId="{1AD464A6-E996-4803-8C12-3060139B3A87}" type="pres">
      <dgm:prSet presAssocID="{2A27B826-7FE7-4218-AC5E-C997F3496CDD}" presName="bgRect" presStyleLbl="bgShp" presStyleIdx="4" presStyleCnt="6"/>
      <dgm:spPr/>
    </dgm:pt>
    <dgm:pt modelId="{AEBAAA2D-2ADB-467E-B56D-48AF2961BD0C}" type="pres">
      <dgm:prSet presAssocID="{2A27B826-7FE7-4218-AC5E-C997F3496CD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03682F5-6DEC-4FAF-A35C-65541270DA87}" type="pres">
      <dgm:prSet presAssocID="{2A27B826-7FE7-4218-AC5E-C997F3496CDD}" presName="spaceRect" presStyleCnt="0"/>
      <dgm:spPr/>
    </dgm:pt>
    <dgm:pt modelId="{0794F4B2-BCA0-45DC-ACFB-AF3A045E992D}" type="pres">
      <dgm:prSet presAssocID="{2A27B826-7FE7-4218-AC5E-C997F3496CDD}" presName="parTx" presStyleLbl="revTx" presStyleIdx="4" presStyleCnt="6">
        <dgm:presLayoutVars>
          <dgm:chMax val="0"/>
          <dgm:chPref val="0"/>
        </dgm:presLayoutVars>
      </dgm:prSet>
      <dgm:spPr/>
    </dgm:pt>
    <dgm:pt modelId="{CBEB3190-F878-4BF7-A332-6AFC9E9D87BC}" type="pres">
      <dgm:prSet presAssocID="{BE30D0C0-0FB9-4866-9F05-7D3CE9E3A89B}" presName="sibTrans" presStyleCnt="0"/>
      <dgm:spPr/>
    </dgm:pt>
    <dgm:pt modelId="{C297D67A-4069-442E-ABD6-15ADB360555D}" type="pres">
      <dgm:prSet presAssocID="{70963490-659B-4E6B-AB70-9F63040196E4}" presName="compNode" presStyleCnt="0"/>
      <dgm:spPr/>
    </dgm:pt>
    <dgm:pt modelId="{4E4F276A-3532-4371-9393-D40628CC6ED7}" type="pres">
      <dgm:prSet presAssocID="{70963490-659B-4E6B-AB70-9F63040196E4}" presName="bgRect" presStyleLbl="bgShp" presStyleIdx="5" presStyleCnt="6"/>
      <dgm:spPr/>
    </dgm:pt>
    <dgm:pt modelId="{9CC14F5F-0E47-403D-AF49-1B8EBA620F16}" type="pres">
      <dgm:prSet presAssocID="{70963490-659B-4E6B-AB70-9F63040196E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2F90444-8EF1-4BD0-B5F5-ABB0465E193C}" type="pres">
      <dgm:prSet presAssocID="{70963490-659B-4E6B-AB70-9F63040196E4}" presName="spaceRect" presStyleCnt="0"/>
      <dgm:spPr/>
    </dgm:pt>
    <dgm:pt modelId="{525F2E6C-B7DD-4EDA-A822-F3579397AD5F}" type="pres">
      <dgm:prSet presAssocID="{70963490-659B-4E6B-AB70-9F63040196E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1C27E07-F723-43F7-9CAE-38530D63B344}" type="presOf" srcId="{B5D8398E-FA80-499F-B5D3-5EAAB17D8CB8}" destId="{1DE9B4B1-0762-4C94-B534-EE5D9FF6CC26}" srcOrd="0" destOrd="0" presId="urn:microsoft.com/office/officeart/2018/2/layout/IconVerticalSolidList"/>
    <dgm:cxn modelId="{401AD813-7B63-4B4B-9956-3E684B6EC71F}" srcId="{3BEE893E-CC72-40BF-A457-78E469EC7AC8}" destId="{70963490-659B-4E6B-AB70-9F63040196E4}" srcOrd="5" destOrd="0" parTransId="{DDDCEF92-7FC5-4BBB-9D82-65BE662AD36C}" sibTransId="{48BF971C-7E91-45F7-9AC3-81C7A23EFC73}"/>
    <dgm:cxn modelId="{D362C218-6462-4CE2-8C88-521265C38C7D}" type="presOf" srcId="{70963490-659B-4E6B-AB70-9F63040196E4}" destId="{525F2E6C-B7DD-4EDA-A822-F3579397AD5F}" srcOrd="0" destOrd="0" presId="urn:microsoft.com/office/officeart/2018/2/layout/IconVerticalSolidList"/>
    <dgm:cxn modelId="{0750482F-9D04-44BD-A7DB-245D40E792DA}" type="presOf" srcId="{76C5C2B3-977F-443D-9226-E4E4739CC02E}" destId="{38597FEA-8661-4986-8DA5-751BA3654CF8}" srcOrd="0" destOrd="0" presId="urn:microsoft.com/office/officeart/2018/2/layout/IconVerticalSolidList"/>
    <dgm:cxn modelId="{14C32050-66DA-40A3-9493-9E2FA0D1F81B}" type="presOf" srcId="{351C3198-EC08-4DB6-8D90-9F1FB2B6A041}" destId="{36FEFDC0-E7B9-4399-9297-798BCEEF1557}" srcOrd="0" destOrd="0" presId="urn:microsoft.com/office/officeart/2018/2/layout/IconVerticalSolidList"/>
    <dgm:cxn modelId="{BFC34952-15CD-41B0-977E-7C5CA5D17646}" srcId="{3BEE893E-CC72-40BF-A457-78E469EC7AC8}" destId="{351C3198-EC08-4DB6-8D90-9F1FB2B6A041}" srcOrd="3" destOrd="0" parTransId="{D6CAEC54-A1C8-42F6-93A7-2B44FBC6E552}" sibTransId="{28ECEBF8-03F7-4D20-8375-2777F4DE52B3}"/>
    <dgm:cxn modelId="{8B45B052-3DD9-4738-8EFA-D47E2A095C13}" type="presOf" srcId="{99337CBB-D712-4A3F-851B-D911A127AA1C}" destId="{F515AAF3-5A39-4B2A-807C-0D8F0CF8FCFC}" srcOrd="0" destOrd="0" presId="urn:microsoft.com/office/officeart/2018/2/layout/IconVerticalSolidList"/>
    <dgm:cxn modelId="{0F4BB376-45C0-415D-A40A-68C3C63DDD38}" srcId="{3BEE893E-CC72-40BF-A457-78E469EC7AC8}" destId="{99337CBB-D712-4A3F-851B-D911A127AA1C}" srcOrd="2" destOrd="0" parTransId="{1EC76EF0-2973-4180-9C0D-794F7E52FC3C}" sibTransId="{C8896037-AB46-4A01-93E9-D097C5397102}"/>
    <dgm:cxn modelId="{07DDB757-B839-4A05-B661-8A58ED9A29B3}" type="presOf" srcId="{2A27B826-7FE7-4218-AC5E-C997F3496CDD}" destId="{0794F4B2-BCA0-45DC-ACFB-AF3A045E992D}" srcOrd="0" destOrd="0" presId="urn:microsoft.com/office/officeart/2018/2/layout/IconVerticalSolidList"/>
    <dgm:cxn modelId="{EBF68979-59FD-4FF2-9327-DDCC80F7126D}" srcId="{3BEE893E-CC72-40BF-A457-78E469EC7AC8}" destId="{2A27B826-7FE7-4218-AC5E-C997F3496CDD}" srcOrd="4" destOrd="0" parTransId="{9C3FAD2C-8482-416C-B155-EFCC35A8314F}" sibTransId="{BE30D0C0-0FB9-4866-9F05-7D3CE9E3A89B}"/>
    <dgm:cxn modelId="{94AF70BE-194A-4AF2-8011-0EF1FE25ACFD}" srcId="{3BEE893E-CC72-40BF-A457-78E469EC7AC8}" destId="{76C5C2B3-977F-443D-9226-E4E4739CC02E}" srcOrd="0" destOrd="0" parTransId="{02854DD3-9556-4981-8C63-8A21F9389DD9}" sibTransId="{334BD61C-6BB8-4070-9F49-DD435FDEE7FE}"/>
    <dgm:cxn modelId="{E58A21C3-5C2D-4154-B33E-F2DCF8B269C9}" srcId="{3BEE893E-CC72-40BF-A457-78E469EC7AC8}" destId="{B5D8398E-FA80-499F-B5D3-5EAAB17D8CB8}" srcOrd="1" destOrd="0" parTransId="{531BEF03-43B4-4270-BEBD-85EAADD75F58}" sibTransId="{9E0ED821-A65E-4DD8-B7D9-C629DBAEF436}"/>
    <dgm:cxn modelId="{E5DE84C9-E280-446C-A6FE-213376327340}" type="presOf" srcId="{3BEE893E-CC72-40BF-A457-78E469EC7AC8}" destId="{083FCAE1-91AF-4635-A33E-77E180855166}" srcOrd="0" destOrd="0" presId="urn:microsoft.com/office/officeart/2018/2/layout/IconVerticalSolidList"/>
    <dgm:cxn modelId="{27940F8A-E1F8-4418-A00F-6202564B1D3B}" type="presParOf" srcId="{083FCAE1-91AF-4635-A33E-77E180855166}" destId="{3375C15D-8A3A-46C3-B4AC-F809CAC6D053}" srcOrd="0" destOrd="0" presId="urn:microsoft.com/office/officeart/2018/2/layout/IconVerticalSolidList"/>
    <dgm:cxn modelId="{7A6E289F-A036-4F5C-B792-B65B6EA7A4D7}" type="presParOf" srcId="{3375C15D-8A3A-46C3-B4AC-F809CAC6D053}" destId="{F864F720-F053-482E-A927-3D0391AD2C51}" srcOrd="0" destOrd="0" presId="urn:microsoft.com/office/officeart/2018/2/layout/IconVerticalSolidList"/>
    <dgm:cxn modelId="{2C5CE461-376A-4B00-8C9C-F2F4B3ACA460}" type="presParOf" srcId="{3375C15D-8A3A-46C3-B4AC-F809CAC6D053}" destId="{74D20B19-8F2D-4536-8A57-5A596380294E}" srcOrd="1" destOrd="0" presId="urn:microsoft.com/office/officeart/2018/2/layout/IconVerticalSolidList"/>
    <dgm:cxn modelId="{D9AD7B00-1468-41E9-A7DA-8EA44F37879D}" type="presParOf" srcId="{3375C15D-8A3A-46C3-B4AC-F809CAC6D053}" destId="{28D14ABB-A3E7-4B62-8DB0-02AB9E84DCF0}" srcOrd="2" destOrd="0" presId="urn:microsoft.com/office/officeart/2018/2/layout/IconVerticalSolidList"/>
    <dgm:cxn modelId="{E823BA4A-F4C9-4DC9-AF92-E06493D47CAD}" type="presParOf" srcId="{3375C15D-8A3A-46C3-B4AC-F809CAC6D053}" destId="{38597FEA-8661-4986-8DA5-751BA3654CF8}" srcOrd="3" destOrd="0" presId="urn:microsoft.com/office/officeart/2018/2/layout/IconVerticalSolidList"/>
    <dgm:cxn modelId="{AFD0E597-6937-4DD7-A4E3-959422C8AFF3}" type="presParOf" srcId="{083FCAE1-91AF-4635-A33E-77E180855166}" destId="{774C9A15-0A82-4482-B078-B406E21FE45B}" srcOrd="1" destOrd="0" presId="urn:microsoft.com/office/officeart/2018/2/layout/IconVerticalSolidList"/>
    <dgm:cxn modelId="{DAD5A2A6-0A7F-47CC-82BE-D5F88FEAB75C}" type="presParOf" srcId="{083FCAE1-91AF-4635-A33E-77E180855166}" destId="{387B7F51-661E-4D05-B48D-7FB10ACB0FA9}" srcOrd="2" destOrd="0" presId="urn:microsoft.com/office/officeart/2018/2/layout/IconVerticalSolidList"/>
    <dgm:cxn modelId="{89887E46-83A7-467D-92C3-B55A99FD6084}" type="presParOf" srcId="{387B7F51-661E-4D05-B48D-7FB10ACB0FA9}" destId="{5C116DB0-976F-497C-8760-888206E3D943}" srcOrd="0" destOrd="0" presId="urn:microsoft.com/office/officeart/2018/2/layout/IconVerticalSolidList"/>
    <dgm:cxn modelId="{7F2909E0-E669-4294-A563-DD996CC66673}" type="presParOf" srcId="{387B7F51-661E-4D05-B48D-7FB10ACB0FA9}" destId="{A9E4EB39-F1C2-49B5-AEFD-7860DCB2C41A}" srcOrd="1" destOrd="0" presId="urn:microsoft.com/office/officeart/2018/2/layout/IconVerticalSolidList"/>
    <dgm:cxn modelId="{85962E7F-DAC7-49BC-91F2-167824686BCC}" type="presParOf" srcId="{387B7F51-661E-4D05-B48D-7FB10ACB0FA9}" destId="{F2A01B70-EEF9-431F-87E7-06D2E9CDEB34}" srcOrd="2" destOrd="0" presId="urn:microsoft.com/office/officeart/2018/2/layout/IconVerticalSolidList"/>
    <dgm:cxn modelId="{ADA9B766-9729-4D36-8CED-272B08C6AE34}" type="presParOf" srcId="{387B7F51-661E-4D05-B48D-7FB10ACB0FA9}" destId="{1DE9B4B1-0762-4C94-B534-EE5D9FF6CC26}" srcOrd="3" destOrd="0" presId="urn:microsoft.com/office/officeart/2018/2/layout/IconVerticalSolidList"/>
    <dgm:cxn modelId="{911EF939-B3A0-494F-AFAB-6981D5D20488}" type="presParOf" srcId="{083FCAE1-91AF-4635-A33E-77E180855166}" destId="{BB5B12E5-958C-4D2A-8ED3-E04E2CA13E20}" srcOrd="3" destOrd="0" presId="urn:microsoft.com/office/officeart/2018/2/layout/IconVerticalSolidList"/>
    <dgm:cxn modelId="{DA51B289-36CB-4732-A74C-36B6670684FD}" type="presParOf" srcId="{083FCAE1-91AF-4635-A33E-77E180855166}" destId="{C7E2D95D-00F5-421E-8633-2EEA1876E2BB}" srcOrd="4" destOrd="0" presId="urn:microsoft.com/office/officeart/2018/2/layout/IconVerticalSolidList"/>
    <dgm:cxn modelId="{B5713B31-27FC-4AE8-B292-DB99A1B68924}" type="presParOf" srcId="{C7E2D95D-00F5-421E-8633-2EEA1876E2BB}" destId="{3C602873-91F4-4AD7-8446-19E9E79BF0ED}" srcOrd="0" destOrd="0" presId="urn:microsoft.com/office/officeart/2018/2/layout/IconVerticalSolidList"/>
    <dgm:cxn modelId="{2321F037-0FF9-45D8-B139-41A4469F26C4}" type="presParOf" srcId="{C7E2D95D-00F5-421E-8633-2EEA1876E2BB}" destId="{FDB5ECA3-6304-4A5A-BEF1-FE69F216C76D}" srcOrd="1" destOrd="0" presId="urn:microsoft.com/office/officeart/2018/2/layout/IconVerticalSolidList"/>
    <dgm:cxn modelId="{D8DA9220-DA71-40CE-B810-29DCA13E515A}" type="presParOf" srcId="{C7E2D95D-00F5-421E-8633-2EEA1876E2BB}" destId="{EB4C0F88-4B3F-45EE-AD95-34E908F8B92E}" srcOrd="2" destOrd="0" presId="urn:microsoft.com/office/officeart/2018/2/layout/IconVerticalSolidList"/>
    <dgm:cxn modelId="{B9DF478D-E706-4497-BD3E-CDDF7733A625}" type="presParOf" srcId="{C7E2D95D-00F5-421E-8633-2EEA1876E2BB}" destId="{F515AAF3-5A39-4B2A-807C-0D8F0CF8FCFC}" srcOrd="3" destOrd="0" presId="urn:microsoft.com/office/officeart/2018/2/layout/IconVerticalSolidList"/>
    <dgm:cxn modelId="{D5045DDA-B4DD-4A01-8D9C-D2BC4052ADE9}" type="presParOf" srcId="{083FCAE1-91AF-4635-A33E-77E180855166}" destId="{05ED3BB5-4C56-43A7-8785-0575BE3ACA39}" srcOrd="5" destOrd="0" presId="urn:microsoft.com/office/officeart/2018/2/layout/IconVerticalSolidList"/>
    <dgm:cxn modelId="{C24BEE95-7B8D-4AA2-BBCD-29B006B1E890}" type="presParOf" srcId="{083FCAE1-91AF-4635-A33E-77E180855166}" destId="{2B91E48C-6BBF-4AC6-923A-2664AEFB37A8}" srcOrd="6" destOrd="0" presId="urn:microsoft.com/office/officeart/2018/2/layout/IconVerticalSolidList"/>
    <dgm:cxn modelId="{7F1D82CC-92CE-45D4-94A3-5229713D89CF}" type="presParOf" srcId="{2B91E48C-6BBF-4AC6-923A-2664AEFB37A8}" destId="{EBE3A972-E74F-45EB-A5A1-FCD9A1C49C92}" srcOrd="0" destOrd="0" presId="urn:microsoft.com/office/officeart/2018/2/layout/IconVerticalSolidList"/>
    <dgm:cxn modelId="{A566E8B5-A0A8-438D-BFEE-1E22ED200E5F}" type="presParOf" srcId="{2B91E48C-6BBF-4AC6-923A-2664AEFB37A8}" destId="{A05066C3-6197-46F5-B12C-5A2B4C538657}" srcOrd="1" destOrd="0" presId="urn:microsoft.com/office/officeart/2018/2/layout/IconVerticalSolidList"/>
    <dgm:cxn modelId="{084FBACE-F4A5-475C-928F-3CF1524BFB6E}" type="presParOf" srcId="{2B91E48C-6BBF-4AC6-923A-2664AEFB37A8}" destId="{C9145B0D-564F-487D-9ED7-6B513226E6F3}" srcOrd="2" destOrd="0" presId="urn:microsoft.com/office/officeart/2018/2/layout/IconVerticalSolidList"/>
    <dgm:cxn modelId="{3C79A32F-0E05-4543-82E4-BC1918BFE2F2}" type="presParOf" srcId="{2B91E48C-6BBF-4AC6-923A-2664AEFB37A8}" destId="{36FEFDC0-E7B9-4399-9297-798BCEEF1557}" srcOrd="3" destOrd="0" presId="urn:microsoft.com/office/officeart/2018/2/layout/IconVerticalSolidList"/>
    <dgm:cxn modelId="{8DEC6AEA-0DF4-451E-B501-16BB0D07403B}" type="presParOf" srcId="{083FCAE1-91AF-4635-A33E-77E180855166}" destId="{DE11C331-8AE1-485F-8AF8-E60666FB38FB}" srcOrd="7" destOrd="0" presId="urn:microsoft.com/office/officeart/2018/2/layout/IconVerticalSolidList"/>
    <dgm:cxn modelId="{0B6BAC7D-35BE-469B-88DC-2B2D872DF406}" type="presParOf" srcId="{083FCAE1-91AF-4635-A33E-77E180855166}" destId="{4319D8BC-FC8D-4573-B31F-DE4D182FC91B}" srcOrd="8" destOrd="0" presId="urn:microsoft.com/office/officeart/2018/2/layout/IconVerticalSolidList"/>
    <dgm:cxn modelId="{FB695E5E-373C-4D75-BEDB-E19451A4672E}" type="presParOf" srcId="{4319D8BC-FC8D-4573-B31F-DE4D182FC91B}" destId="{1AD464A6-E996-4803-8C12-3060139B3A87}" srcOrd="0" destOrd="0" presId="urn:microsoft.com/office/officeart/2018/2/layout/IconVerticalSolidList"/>
    <dgm:cxn modelId="{1ED3EB7D-9839-408F-A2D8-064BD498E912}" type="presParOf" srcId="{4319D8BC-FC8D-4573-B31F-DE4D182FC91B}" destId="{AEBAAA2D-2ADB-467E-B56D-48AF2961BD0C}" srcOrd="1" destOrd="0" presId="urn:microsoft.com/office/officeart/2018/2/layout/IconVerticalSolidList"/>
    <dgm:cxn modelId="{BC5B48EE-E931-4C36-B276-92CF41CC6608}" type="presParOf" srcId="{4319D8BC-FC8D-4573-B31F-DE4D182FC91B}" destId="{203682F5-6DEC-4FAF-A35C-65541270DA87}" srcOrd="2" destOrd="0" presId="urn:microsoft.com/office/officeart/2018/2/layout/IconVerticalSolidList"/>
    <dgm:cxn modelId="{54580CB6-FD8D-41D1-8656-CB637EF0A791}" type="presParOf" srcId="{4319D8BC-FC8D-4573-B31F-DE4D182FC91B}" destId="{0794F4B2-BCA0-45DC-ACFB-AF3A045E992D}" srcOrd="3" destOrd="0" presId="urn:microsoft.com/office/officeart/2018/2/layout/IconVerticalSolidList"/>
    <dgm:cxn modelId="{4D7AA29C-FDE1-4789-98B4-285683839317}" type="presParOf" srcId="{083FCAE1-91AF-4635-A33E-77E180855166}" destId="{CBEB3190-F878-4BF7-A332-6AFC9E9D87BC}" srcOrd="9" destOrd="0" presId="urn:microsoft.com/office/officeart/2018/2/layout/IconVerticalSolidList"/>
    <dgm:cxn modelId="{6B296151-0E7A-450C-B1DD-DDC8585C9B37}" type="presParOf" srcId="{083FCAE1-91AF-4635-A33E-77E180855166}" destId="{C297D67A-4069-442E-ABD6-15ADB360555D}" srcOrd="10" destOrd="0" presId="urn:microsoft.com/office/officeart/2018/2/layout/IconVerticalSolidList"/>
    <dgm:cxn modelId="{19465B0F-2FB5-4EEA-B724-4FC84D44FC10}" type="presParOf" srcId="{C297D67A-4069-442E-ABD6-15ADB360555D}" destId="{4E4F276A-3532-4371-9393-D40628CC6ED7}" srcOrd="0" destOrd="0" presId="urn:microsoft.com/office/officeart/2018/2/layout/IconVerticalSolidList"/>
    <dgm:cxn modelId="{82098FE0-B414-4626-9E72-CDE63E6F271E}" type="presParOf" srcId="{C297D67A-4069-442E-ABD6-15ADB360555D}" destId="{9CC14F5F-0E47-403D-AF49-1B8EBA620F16}" srcOrd="1" destOrd="0" presId="urn:microsoft.com/office/officeart/2018/2/layout/IconVerticalSolidList"/>
    <dgm:cxn modelId="{41AD0675-2285-4CCD-A633-C5715BC0C940}" type="presParOf" srcId="{C297D67A-4069-442E-ABD6-15ADB360555D}" destId="{52F90444-8EF1-4BD0-B5F5-ABB0465E193C}" srcOrd="2" destOrd="0" presId="urn:microsoft.com/office/officeart/2018/2/layout/IconVerticalSolidList"/>
    <dgm:cxn modelId="{328D7193-AFAC-4003-93E7-BC3C5FD51981}" type="presParOf" srcId="{C297D67A-4069-442E-ABD6-15ADB360555D}" destId="{525F2E6C-B7DD-4EDA-A822-F3579397AD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3B1B33-E83D-4652-8138-27AABC8105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228721E-0346-4A20-972D-AE623EBF904D}">
      <dgm:prSet/>
      <dgm:spPr/>
      <dgm:t>
        <a:bodyPr/>
        <a:lstStyle/>
        <a:p>
          <a:r>
            <a:rPr lang="en-IN"/>
            <a:t>Regression minimizes Mean Squared Error (MSE)</a:t>
          </a:r>
          <a:endParaRPr lang="en-US"/>
        </a:p>
      </dgm:t>
    </dgm:pt>
    <dgm:pt modelId="{F6ED3A57-11FF-46E9-BF4A-AAFC4C805D81}" type="parTrans" cxnId="{22559061-2395-4E72-9FD0-D83E3D414CA3}">
      <dgm:prSet/>
      <dgm:spPr/>
      <dgm:t>
        <a:bodyPr/>
        <a:lstStyle/>
        <a:p>
          <a:endParaRPr lang="en-US"/>
        </a:p>
      </dgm:t>
    </dgm:pt>
    <dgm:pt modelId="{EBE58F74-0A4C-49DE-AD04-694D60E13E40}" type="sibTrans" cxnId="{22559061-2395-4E72-9FD0-D83E3D414CA3}">
      <dgm:prSet/>
      <dgm:spPr/>
      <dgm:t>
        <a:bodyPr/>
        <a:lstStyle/>
        <a:p>
          <a:endParaRPr lang="en-US"/>
        </a:p>
      </dgm:t>
    </dgm:pt>
    <dgm:pt modelId="{394FFB33-2A48-4247-8965-158F00F384CD}">
      <dgm:prSet/>
      <dgm:spPr/>
      <dgm:t>
        <a:bodyPr/>
        <a:lstStyle/>
        <a:p>
          <a:r>
            <a:rPr lang="en-IN"/>
            <a:t>MSE = (1/n) </a:t>
          </a:r>
          <a:r>
            <a:rPr lang="el-GR"/>
            <a:t>Σ (</a:t>
          </a:r>
          <a:r>
            <a:rPr lang="en-IN"/>
            <a:t>Y − Ŷ)²</a:t>
          </a:r>
          <a:endParaRPr lang="en-US"/>
        </a:p>
      </dgm:t>
    </dgm:pt>
    <dgm:pt modelId="{9BA4B9CA-0240-4D97-A47F-7D7C538F1FDD}" type="parTrans" cxnId="{2AE5CCB3-C82F-4B58-9143-D2D864969CCA}">
      <dgm:prSet/>
      <dgm:spPr/>
      <dgm:t>
        <a:bodyPr/>
        <a:lstStyle/>
        <a:p>
          <a:endParaRPr lang="en-US"/>
        </a:p>
      </dgm:t>
    </dgm:pt>
    <dgm:pt modelId="{EE4E3508-864D-4080-9EA9-6420E5E96805}" type="sibTrans" cxnId="{2AE5CCB3-C82F-4B58-9143-D2D864969CCA}">
      <dgm:prSet/>
      <dgm:spPr/>
      <dgm:t>
        <a:bodyPr/>
        <a:lstStyle/>
        <a:p>
          <a:endParaRPr lang="en-US"/>
        </a:p>
      </dgm:t>
    </dgm:pt>
    <dgm:pt modelId="{6E79D449-74D4-4233-94C1-B82EE2FFC252}">
      <dgm:prSet/>
      <dgm:spPr/>
      <dgm:t>
        <a:bodyPr/>
        <a:lstStyle/>
        <a:p>
          <a:r>
            <a:rPr lang="en-IN"/>
            <a:t>High R² indicates strong predictive accuracy</a:t>
          </a:r>
          <a:endParaRPr lang="en-US"/>
        </a:p>
      </dgm:t>
    </dgm:pt>
    <dgm:pt modelId="{462562B9-D6B7-4F4A-801A-1546F49DD5F0}" type="parTrans" cxnId="{0D06D830-C952-467B-84B4-7919CD758FFC}">
      <dgm:prSet/>
      <dgm:spPr/>
      <dgm:t>
        <a:bodyPr/>
        <a:lstStyle/>
        <a:p>
          <a:endParaRPr lang="en-US"/>
        </a:p>
      </dgm:t>
    </dgm:pt>
    <dgm:pt modelId="{BC142E2B-7CB2-4789-BB34-C33B92A99A60}" type="sibTrans" cxnId="{0D06D830-C952-467B-84B4-7919CD758FFC}">
      <dgm:prSet/>
      <dgm:spPr/>
      <dgm:t>
        <a:bodyPr/>
        <a:lstStyle/>
        <a:p>
          <a:endParaRPr lang="en-US"/>
        </a:p>
      </dgm:t>
    </dgm:pt>
    <dgm:pt modelId="{2C5A81C5-03E4-4818-A8C3-3FCBBF9DD2D3}">
      <dgm:prSet/>
      <dgm:spPr/>
      <dgm:t>
        <a:bodyPr/>
        <a:lstStyle/>
        <a:p>
          <a:r>
            <a:rPr lang="en-IN"/>
            <a:t>System stability analyzed using streaming throughput</a:t>
          </a:r>
          <a:endParaRPr lang="en-US"/>
        </a:p>
      </dgm:t>
    </dgm:pt>
    <dgm:pt modelId="{2ABF47C9-40EB-407C-A667-416CBF347B22}" type="parTrans" cxnId="{069C30DE-F18B-4BF8-8E97-CBD8DEA82910}">
      <dgm:prSet/>
      <dgm:spPr/>
      <dgm:t>
        <a:bodyPr/>
        <a:lstStyle/>
        <a:p>
          <a:endParaRPr lang="en-US"/>
        </a:p>
      </dgm:t>
    </dgm:pt>
    <dgm:pt modelId="{411EB8D9-A96F-476E-B959-CEAF8F852CCE}" type="sibTrans" cxnId="{069C30DE-F18B-4BF8-8E97-CBD8DEA82910}">
      <dgm:prSet/>
      <dgm:spPr/>
      <dgm:t>
        <a:bodyPr/>
        <a:lstStyle/>
        <a:p>
          <a:endParaRPr lang="en-US"/>
        </a:p>
      </dgm:t>
    </dgm:pt>
    <dgm:pt modelId="{D8489E01-E245-4E99-B059-620B70C789EA}" type="pres">
      <dgm:prSet presAssocID="{D43B1B33-E83D-4652-8138-27AABC810512}" presName="root" presStyleCnt="0">
        <dgm:presLayoutVars>
          <dgm:dir/>
          <dgm:resizeHandles val="exact"/>
        </dgm:presLayoutVars>
      </dgm:prSet>
      <dgm:spPr/>
    </dgm:pt>
    <dgm:pt modelId="{A2B83881-B029-4A90-9526-6AAB82841706}" type="pres">
      <dgm:prSet presAssocID="{9228721E-0346-4A20-972D-AE623EBF904D}" presName="compNode" presStyleCnt="0"/>
      <dgm:spPr/>
    </dgm:pt>
    <dgm:pt modelId="{28EAC103-C410-446E-92F2-2E94396400FB}" type="pres">
      <dgm:prSet presAssocID="{9228721E-0346-4A20-972D-AE623EBF904D}" presName="bgRect" presStyleLbl="bgShp" presStyleIdx="0" presStyleCnt="4"/>
      <dgm:spPr/>
    </dgm:pt>
    <dgm:pt modelId="{85F57B37-721E-4BCD-8845-3105A095C64A}" type="pres">
      <dgm:prSet presAssocID="{9228721E-0346-4A20-972D-AE623EBF904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1CA0ADE-BFAB-4E01-929E-39C2611630C0}" type="pres">
      <dgm:prSet presAssocID="{9228721E-0346-4A20-972D-AE623EBF904D}" presName="spaceRect" presStyleCnt="0"/>
      <dgm:spPr/>
    </dgm:pt>
    <dgm:pt modelId="{C2F0B0DB-D486-49A9-A4D0-58C0A94E5049}" type="pres">
      <dgm:prSet presAssocID="{9228721E-0346-4A20-972D-AE623EBF904D}" presName="parTx" presStyleLbl="revTx" presStyleIdx="0" presStyleCnt="4">
        <dgm:presLayoutVars>
          <dgm:chMax val="0"/>
          <dgm:chPref val="0"/>
        </dgm:presLayoutVars>
      </dgm:prSet>
      <dgm:spPr/>
    </dgm:pt>
    <dgm:pt modelId="{E0B9D271-C36E-4DD2-984F-C1B6E52A0E30}" type="pres">
      <dgm:prSet presAssocID="{EBE58F74-0A4C-49DE-AD04-694D60E13E40}" presName="sibTrans" presStyleCnt="0"/>
      <dgm:spPr/>
    </dgm:pt>
    <dgm:pt modelId="{BBCF95FF-B110-4068-8448-21003EF33118}" type="pres">
      <dgm:prSet presAssocID="{394FFB33-2A48-4247-8965-158F00F384CD}" presName="compNode" presStyleCnt="0"/>
      <dgm:spPr/>
    </dgm:pt>
    <dgm:pt modelId="{56CF50C2-06A1-4793-9C71-6B78E89549C9}" type="pres">
      <dgm:prSet presAssocID="{394FFB33-2A48-4247-8965-158F00F384CD}" presName="bgRect" presStyleLbl="bgShp" presStyleIdx="1" presStyleCnt="4"/>
      <dgm:spPr/>
    </dgm:pt>
    <dgm:pt modelId="{7CB5F6BD-5B11-4B4E-8D8E-D1855E316FC7}" type="pres">
      <dgm:prSet presAssocID="{394FFB33-2A48-4247-8965-158F00F384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98C81380-732D-4C3C-95FB-8E3184A5C427}" type="pres">
      <dgm:prSet presAssocID="{394FFB33-2A48-4247-8965-158F00F384CD}" presName="spaceRect" presStyleCnt="0"/>
      <dgm:spPr/>
    </dgm:pt>
    <dgm:pt modelId="{863052FF-6FA4-445A-9256-377B6C5ACA7A}" type="pres">
      <dgm:prSet presAssocID="{394FFB33-2A48-4247-8965-158F00F384CD}" presName="parTx" presStyleLbl="revTx" presStyleIdx="1" presStyleCnt="4">
        <dgm:presLayoutVars>
          <dgm:chMax val="0"/>
          <dgm:chPref val="0"/>
        </dgm:presLayoutVars>
      </dgm:prSet>
      <dgm:spPr/>
    </dgm:pt>
    <dgm:pt modelId="{3C789962-174F-4BCA-A5B7-7B1CA5FF60F6}" type="pres">
      <dgm:prSet presAssocID="{EE4E3508-864D-4080-9EA9-6420E5E96805}" presName="sibTrans" presStyleCnt="0"/>
      <dgm:spPr/>
    </dgm:pt>
    <dgm:pt modelId="{0EB863B2-9E75-467C-A7B3-534EB49CD77D}" type="pres">
      <dgm:prSet presAssocID="{6E79D449-74D4-4233-94C1-B82EE2FFC252}" presName="compNode" presStyleCnt="0"/>
      <dgm:spPr/>
    </dgm:pt>
    <dgm:pt modelId="{870F7F3A-1258-4CAE-8C50-4DCA7DF2E9A5}" type="pres">
      <dgm:prSet presAssocID="{6E79D449-74D4-4233-94C1-B82EE2FFC252}" presName="bgRect" presStyleLbl="bgShp" presStyleIdx="2" presStyleCnt="4"/>
      <dgm:spPr/>
    </dgm:pt>
    <dgm:pt modelId="{21D8BDE2-6EFC-452B-8B72-4557CAEAE663}" type="pres">
      <dgm:prSet presAssocID="{6E79D449-74D4-4233-94C1-B82EE2FFC2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0DDEA3D-8B36-48B0-911B-06484D360592}" type="pres">
      <dgm:prSet presAssocID="{6E79D449-74D4-4233-94C1-B82EE2FFC252}" presName="spaceRect" presStyleCnt="0"/>
      <dgm:spPr/>
    </dgm:pt>
    <dgm:pt modelId="{778BBC47-E75C-49DE-94CD-D2FAA383833B}" type="pres">
      <dgm:prSet presAssocID="{6E79D449-74D4-4233-94C1-B82EE2FFC252}" presName="parTx" presStyleLbl="revTx" presStyleIdx="2" presStyleCnt="4">
        <dgm:presLayoutVars>
          <dgm:chMax val="0"/>
          <dgm:chPref val="0"/>
        </dgm:presLayoutVars>
      </dgm:prSet>
      <dgm:spPr/>
    </dgm:pt>
    <dgm:pt modelId="{6B3E8E12-5B61-45CD-90C7-260D2A063873}" type="pres">
      <dgm:prSet presAssocID="{BC142E2B-7CB2-4789-BB34-C33B92A99A60}" presName="sibTrans" presStyleCnt="0"/>
      <dgm:spPr/>
    </dgm:pt>
    <dgm:pt modelId="{43F46A59-917F-4ECB-B3CD-005C464F271E}" type="pres">
      <dgm:prSet presAssocID="{2C5A81C5-03E4-4818-A8C3-3FCBBF9DD2D3}" presName="compNode" presStyleCnt="0"/>
      <dgm:spPr/>
    </dgm:pt>
    <dgm:pt modelId="{F88ECC42-4B56-44BB-BCE9-C7B2B0F0F0DC}" type="pres">
      <dgm:prSet presAssocID="{2C5A81C5-03E4-4818-A8C3-3FCBBF9DD2D3}" presName="bgRect" presStyleLbl="bgShp" presStyleIdx="3" presStyleCnt="4"/>
      <dgm:spPr/>
    </dgm:pt>
    <dgm:pt modelId="{23E8C699-3FDD-44C9-82B2-DF808E4298C5}" type="pres">
      <dgm:prSet presAssocID="{2C5A81C5-03E4-4818-A8C3-3FCBBF9DD2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CAED146-9A43-4A7A-A5CE-BC14E124AD80}" type="pres">
      <dgm:prSet presAssocID="{2C5A81C5-03E4-4818-A8C3-3FCBBF9DD2D3}" presName="spaceRect" presStyleCnt="0"/>
      <dgm:spPr/>
    </dgm:pt>
    <dgm:pt modelId="{5F58F6EC-7083-451C-BCEE-7BF23EA23E08}" type="pres">
      <dgm:prSet presAssocID="{2C5A81C5-03E4-4818-A8C3-3FCBBF9DD2D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62F1E05-D0B7-43A3-A824-290ED9CE9F43}" type="presOf" srcId="{6E79D449-74D4-4233-94C1-B82EE2FFC252}" destId="{778BBC47-E75C-49DE-94CD-D2FAA383833B}" srcOrd="0" destOrd="0" presId="urn:microsoft.com/office/officeart/2018/2/layout/IconVerticalSolidList"/>
    <dgm:cxn modelId="{0D06D830-C952-467B-84B4-7919CD758FFC}" srcId="{D43B1B33-E83D-4652-8138-27AABC810512}" destId="{6E79D449-74D4-4233-94C1-B82EE2FFC252}" srcOrd="2" destOrd="0" parTransId="{462562B9-D6B7-4F4A-801A-1546F49DD5F0}" sibTransId="{BC142E2B-7CB2-4789-BB34-C33B92A99A60}"/>
    <dgm:cxn modelId="{22559061-2395-4E72-9FD0-D83E3D414CA3}" srcId="{D43B1B33-E83D-4652-8138-27AABC810512}" destId="{9228721E-0346-4A20-972D-AE623EBF904D}" srcOrd="0" destOrd="0" parTransId="{F6ED3A57-11FF-46E9-BF4A-AAFC4C805D81}" sibTransId="{EBE58F74-0A4C-49DE-AD04-694D60E13E40}"/>
    <dgm:cxn modelId="{EEB0FF85-0BB6-4EB1-89F8-2A3D2FA10CCC}" type="presOf" srcId="{9228721E-0346-4A20-972D-AE623EBF904D}" destId="{C2F0B0DB-D486-49A9-A4D0-58C0A94E5049}" srcOrd="0" destOrd="0" presId="urn:microsoft.com/office/officeart/2018/2/layout/IconVerticalSolidList"/>
    <dgm:cxn modelId="{DC236090-2823-4F87-BD82-6C734BA0D5D1}" type="presOf" srcId="{2C5A81C5-03E4-4818-A8C3-3FCBBF9DD2D3}" destId="{5F58F6EC-7083-451C-BCEE-7BF23EA23E08}" srcOrd="0" destOrd="0" presId="urn:microsoft.com/office/officeart/2018/2/layout/IconVerticalSolidList"/>
    <dgm:cxn modelId="{A26F05B2-A378-49FC-BEA9-60582ACF875A}" type="presOf" srcId="{394FFB33-2A48-4247-8965-158F00F384CD}" destId="{863052FF-6FA4-445A-9256-377B6C5ACA7A}" srcOrd="0" destOrd="0" presId="urn:microsoft.com/office/officeart/2018/2/layout/IconVerticalSolidList"/>
    <dgm:cxn modelId="{2AE5CCB3-C82F-4B58-9143-D2D864969CCA}" srcId="{D43B1B33-E83D-4652-8138-27AABC810512}" destId="{394FFB33-2A48-4247-8965-158F00F384CD}" srcOrd="1" destOrd="0" parTransId="{9BA4B9CA-0240-4D97-A47F-7D7C538F1FDD}" sibTransId="{EE4E3508-864D-4080-9EA9-6420E5E96805}"/>
    <dgm:cxn modelId="{013D7CBF-26C2-4F19-B39D-94BA7106FFC3}" type="presOf" srcId="{D43B1B33-E83D-4652-8138-27AABC810512}" destId="{D8489E01-E245-4E99-B059-620B70C789EA}" srcOrd="0" destOrd="0" presId="urn:microsoft.com/office/officeart/2018/2/layout/IconVerticalSolidList"/>
    <dgm:cxn modelId="{069C30DE-F18B-4BF8-8E97-CBD8DEA82910}" srcId="{D43B1B33-E83D-4652-8138-27AABC810512}" destId="{2C5A81C5-03E4-4818-A8C3-3FCBBF9DD2D3}" srcOrd="3" destOrd="0" parTransId="{2ABF47C9-40EB-407C-A667-416CBF347B22}" sibTransId="{411EB8D9-A96F-476E-B959-CEAF8F852CCE}"/>
    <dgm:cxn modelId="{324A7DDD-44E8-4413-BB13-334A38F3D519}" type="presParOf" srcId="{D8489E01-E245-4E99-B059-620B70C789EA}" destId="{A2B83881-B029-4A90-9526-6AAB82841706}" srcOrd="0" destOrd="0" presId="urn:microsoft.com/office/officeart/2018/2/layout/IconVerticalSolidList"/>
    <dgm:cxn modelId="{42B05F24-F52C-4DE9-9DC5-FA1779472D59}" type="presParOf" srcId="{A2B83881-B029-4A90-9526-6AAB82841706}" destId="{28EAC103-C410-446E-92F2-2E94396400FB}" srcOrd="0" destOrd="0" presId="urn:microsoft.com/office/officeart/2018/2/layout/IconVerticalSolidList"/>
    <dgm:cxn modelId="{10B7A21C-5630-4298-A200-50D1525286DA}" type="presParOf" srcId="{A2B83881-B029-4A90-9526-6AAB82841706}" destId="{85F57B37-721E-4BCD-8845-3105A095C64A}" srcOrd="1" destOrd="0" presId="urn:microsoft.com/office/officeart/2018/2/layout/IconVerticalSolidList"/>
    <dgm:cxn modelId="{47FFFD49-E71B-4520-AF92-4EEC8B89E7C1}" type="presParOf" srcId="{A2B83881-B029-4A90-9526-6AAB82841706}" destId="{A1CA0ADE-BFAB-4E01-929E-39C2611630C0}" srcOrd="2" destOrd="0" presId="urn:microsoft.com/office/officeart/2018/2/layout/IconVerticalSolidList"/>
    <dgm:cxn modelId="{1BC993DC-E680-4755-94C0-E7421A6ACAD7}" type="presParOf" srcId="{A2B83881-B029-4A90-9526-6AAB82841706}" destId="{C2F0B0DB-D486-49A9-A4D0-58C0A94E5049}" srcOrd="3" destOrd="0" presId="urn:microsoft.com/office/officeart/2018/2/layout/IconVerticalSolidList"/>
    <dgm:cxn modelId="{85DE0F92-BB04-4271-BDB7-B5AB29715BAD}" type="presParOf" srcId="{D8489E01-E245-4E99-B059-620B70C789EA}" destId="{E0B9D271-C36E-4DD2-984F-C1B6E52A0E30}" srcOrd="1" destOrd="0" presId="urn:microsoft.com/office/officeart/2018/2/layout/IconVerticalSolidList"/>
    <dgm:cxn modelId="{4C6710F6-CD99-49D8-9B2E-F906C8417BEA}" type="presParOf" srcId="{D8489E01-E245-4E99-B059-620B70C789EA}" destId="{BBCF95FF-B110-4068-8448-21003EF33118}" srcOrd="2" destOrd="0" presId="urn:microsoft.com/office/officeart/2018/2/layout/IconVerticalSolidList"/>
    <dgm:cxn modelId="{0AA8ABEC-71D4-41C4-81A4-818957D89C08}" type="presParOf" srcId="{BBCF95FF-B110-4068-8448-21003EF33118}" destId="{56CF50C2-06A1-4793-9C71-6B78E89549C9}" srcOrd="0" destOrd="0" presId="urn:microsoft.com/office/officeart/2018/2/layout/IconVerticalSolidList"/>
    <dgm:cxn modelId="{C8615E0A-BD5B-4268-BEBF-74A89B729314}" type="presParOf" srcId="{BBCF95FF-B110-4068-8448-21003EF33118}" destId="{7CB5F6BD-5B11-4B4E-8D8E-D1855E316FC7}" srcOrd="1" destOrd="0" presId="urn:microsoft.com/office/officeart/2018/2/layout/IconVerticalSolidList"/>
    <dgm:cxn modelId="{3AC68DA4-5162-4053-ADE7-E6B9952FAD6C}" type="presParOf" srcId="{BBCF95FF-B110-4068-8448-21003EF33118}" destId="{98C81380-732D-4C3C-95FB-8E3184A5C427}" srcOrd="2" destOrd="0" presId="urn:microsoft.com/office/officeart/2018/2/layout/IconVerticalSolidList"/>
    <dgm:cxn modelId="{078C1945-F82F-4A1B-AA2D-0CF999893130}" type="presParOf" srcId="{BBCF95FF-B110-4068-8448-21003EF33118}" destId="{863052FF-6FA4-445A-9256-377B6C5ACA7A}" srcOrd="3" destOrd="0" presId="urn:microsoft.com/office/officeart/2018/2/layout/IconVerticalSolidList"/>
    <dgm:cxn modelId="{6E13EBBB-7512-4B28-8D64-BF391D5A5DC0}" type="presParOf" srcId="{D8489E01-E245-4E99-B059-620B70C789EA}" destId="{3C789962-174F-4BCA-A5B7-7B1CA5FF60F6}" srcOrd="3" destOrd="0" presId="urn:microsoft.com/office/officeart/2018/2/layout/IconVerticalSolidList"/>
    <dgm:cxn modelId="{7B82C13B-C3B1-4221-9B17-C5DF5635C21C}" type="presParOf" srcId="{D8489E01-E245-4E99-B059-620B70C789EA}" destId="{0EB863B2-9E75-467C-A7B3-534EB49CD77D}" srcOrd="4" destOrd="0" presId="urn:microsoft.com/office/officeart/2018/2/layout/IconVerticalSolidList"/>
    <dgm:cxn modelId="{D912973E-5238-41B2-8A9D-809885198F17}" type="presParOf" srcId="{0EB863B2-9E75-467C-A7B3-534EB49CD77D}" destId="{870F7F3A-1258-4CAE-8C50-4DCA7DF2E9A5}" srcOrd="0" destOrd="0" presId="urn:microsoft.com/office/officeart/2018/2/layout/IconVerticalSolidList"/>
    <dgm:cxn modelId="{7DF33A22-E27D-4695-B75A-B18D64F090BA}" type="presParOf" srcId="{0EB863B2-9E75-467C-A7B3-534EB49CD77D}" destId="{21D8BDE2-6EFC-452B-8B72-4557CAEAE663}" srcOrd="1" destOrd="0" presId="urn:microsoft.com/office/officeart/2018/2/layout/IconVerticalSolidList"/>
    <dgm:cxn modelId="{8B2AA743-78F6-4886-B67A-E2323646D7EF}" type="presParOf" srcId="{0EB863B2-9E75-467C-A7B3-534EB49CD77D}" destId="{60DDEA3D-8B36-48B0-911B-06484D360592}" srcOrd="2" destOrd="0" presId="urn:microsoft.com/office/officeart/2018/2/layout/IconVerticalSolidList"/>
    <dgm:cxn modelId="{EC1E0F74-4F2A-4210-AF64-FDA559432BBE}" type="presParOf" srcId="{0EB863B2-9E75-467C-A7B3-534EB49CD77D}" destId="{778BBC47-E75C-49DE-94CD-D2FAA383833B}" srcOrd="3" destOrd="0" presId="urn:microsoft.com/office/officeart/2018/2/layout/IconVerticalSolidList"/>
    <dgm:cxn modelId="{3AC86BA5-7037-49E6-91EF-B695707A1FA4}" type="presParOf" srcId="{D8489E01-E245-4E99-B059-620B70C789EA}" destId="{6B3E8E12-5B61-45CD-90C7-260D2A063873}" srcOrd="5" destOrd="0" presId="urn:microsoft.com/office/officeart/2018/2/layout/IconVerticalSolidList"/>
    <dgm:cxn modelId="{2FD7149F-BB06-4BC9-8F14-C624DEE1B0F6}" type="presParOf" srcId="{D8489E01-E245-4E99-B059-620B70C789EA}" destId="{43F46A59-917F-4ECB-B3CD-005C464F271E}" srcOrd="6" destOrd="0" presId="urn:microsoft.com/office/officeart/2018/2/layout/IconVerticalSolidList"/>
    <dgm:cxn modelId="{8008F7CF-E767-4887-A184-AD31013A2E38}" type="presParOf" srcId="{43F46A59-917F-4ECB-B3CD-005C464F271E}" destId="{F88ECC42-4B56-44BB-BCE9-C7B2B0F0F0DC}" srcOrd="0" destOrd="0" presId="urn:microsoft.com/office/officeart/2018/2/layout/IconVerticalSolidList"/>
    <dgm:cxn modelId="{7D0E98D4-37A0-46F9-8656-656EE36340C9}" type="presParOf" srcId="{43F46A59-917F-4ECB-B3CD-005C464F271E}" destId="{23E8C699-3FDD-44C9-82B2-DF808E4298C5}" srcOrd="1" destOrd="0" presId="urn:microsoft.com/office/officeart/2018/2/layout/IconVerticalSolidList"/>
    <dgm:cxn modelId="{56140927-26AE-4182-A685-294428994F5D}" type="presParOf" srcId="{43F46A59-917F-4ECB-B3CD-005C464F271E}" destId="{1CAED146-9A43-4A7A-A5CE-BC14E124AD80}" srcOrd="2" destOrd="0" presId="urn:microsoft.com/office/officeart/2018/2/layout/IconVerticalSolidList"/>
    <dgm:cxn modelId="{9D129B23-343E-4298-A144-18EFAF7D156A}" type="presParOf" srcId="{43F46A59-917F-4ECB-B3CD-005C464F271E}" destId="{5F58F6EC-7083-451C-BCEE-7BF23EA23E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175DD2-3175-4025-8F7E-F613C6AA328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CD2B97-4347-4495-8178-BF04261E83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Successfully built end-to-end EV analytics pipeline</a:t>
          </a:r>
        </a:p>
      </dgm:t>
    </dgm:pt>
    <dgm:pt modelId="{BBB93BC5-7BC4-4024-BC36-2B869EFB3935}" type="parTrans" cxnId="{72A2E0D1-4AF6-43B5-8CA8-0D53FEFC61AC}">
      <dgm:prSet/>
      <dgm:spPr/>
      <dgm:t>
        <a:bodyPr/>
        <a:lstStyle/>
        <a:p>
          <a:endParaRPr lang="en-US"/>
        </a:p>
      </dgm:t>
    </dgm:pt>
    <dgm:pt modelId="{E0DFA99C-BDE8-47CC-9A82-F5B685C14AE7}" type="sibTrans" cxnId="{72A2E0D1-4AF6-43B5-8CA8-0D53FEFC61AC}">
      <dgm:prSet/>
      <dgm:spPr/>
      <dgm:t>
        <a:bodyPr/>
        <a:lstStyle/>
        <a:p>
          <a:endParaRPr lang="en-US"/>
        </a:p>
      </dgm:t>
    </dgm:pt>
    <dgm:pt modelId="{B1A15DEB-7552-4AD6-A708-2670062888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Integrated streaming, batch, cloud warehouse &amp; ML</a:t>
          </a:r>
        </a:p>
      </dgm:t>
    </dgm:pt>
    <dgm:pt modelId="{B9FA466F-1139-4BC8-8950-103F7968F1A8}" type="parTrans" cxnId="{F02941BB-58E2-4449-B98A-9B1F09E48639}">
      <dgm:prSet/>
      <dgm:spPr/>
      <dgm:t>
        <a:bodyPr/>
        <a:lstStyle/>
        <a:p>
          <a:endParaRPr lang="en-US"/>
        </a:p>
      </dgm:t>
    </dgm:pt>
    <dgm:pt modelId="{46892DFE-B793-44E4-9C86-09FFEA7300E6}" type="sibTrans" cxnId="{F02941BB-58E2-4449-B98A-9B1F09E48639}">
      <dgm:prSet/>
      <dgm:spPr/>
      <dgm:t>
        <a:bodyPr/>
        <a:lstStyle/>
        <a:p>
          <a:endParaRPr lang="en-US"/>
        </a:p>
      </dgm:t>
    </dgm:pt>
    <dgm:pt modelId="{2A129294-45F9-418D-9D54-AC76F539BE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Demonstrated real-time ingestion &amp; revenue prediction</a:t>
          </a:r>
        </a:p>
      </dgm:t>
    </dgm:pt>
    <dgm:pt modelId="{092EC1B4-E994-48AF-B83F-53788B7403D6}" type="parTrans" cxnId="{BEF0F1A7-35FB-42CB-B197-908F154352B1}">
      <dgm:prSet/>
      <dgm:spPr/>
      <dgm:t>
        <a:bodyPr/>
        <a:lstStyle/>
        <a:p>
          <a:endParaRPr lang="en-US"/>
        </a:p>
      </dgm:t>
    </dgm:pt>
    <dgm:pt modelId="{40E6D312-1ACB-432E-A054-845AA6675770}" type="sibTrans" cxnId="{BEF0F1A7-35FB-42CB-B197-908F154352B1}">
      <dgm:prSet/>
      <dgm:spPr/>
      <dgm:t>
        <a:bodyPr/>
        <a:lstStyle/>
        <a:p>
          <a:endParaRPr lang="en-US"/>
        </a:p>
      </dgm:t>
    </dgm:pt>
    <dgm:pt modelId="{A59768F7-A6C2-4D77-A242-1B8FE3B882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architecture suitable for production extension</a:t>
          </a:r>
        </a:p>
      </dgm:t>
    </dgm:pt>
    <dgm:pt modelId="{623FD850-5B1D-489E-B4E6-BF079DE95532}" type="parTrans" cxnId="{5617F14A-4020-4D36-89F5-9E4D8B482666}">
      <dgm:prSet/>
      <dgm:spPr/>
      <dgm:t>
        <a:bodyPr/>
        <a:lstStyle/>
        <a:p>
          <a:endParaRPr lang="en-US"/>
        </a:p>
      </dgm:t>
    </dgm:pt>
    <dgm:pt modelId="{17DB4C96-C9DD-4FD8-855B-912401D4C1F9}" type="sibTrans" cxnId="{5617F14A-4020-4D36-89F5-9E4D8B482666}">
      <dgm:prSet/>
      <dgm:spPr/>
      <dgm:t>
        <a:bodyPr/>
        <a:lstStyle/>
        <a:p>
          <a:endParaRPr lang="en-US"/>
        </a:p>
      </dgm:t>
    </dgm:pt>
    <dgm:pt modelId="{A410ADEB-5201-4B84-AB88-2841D8AA8BA9}" type="pres">
      <dgm:prSet presAssocID="{E6175DD2-3175-4025-8F7E-F613C6AA328B}" presName="root" presStyleCnt="0">
        <dgm:presLayoutVars>
          <dgm:dir/>
          <dgm:resizeHandles val="exact"/>
        </dgm:presLayoutVars>
      </dgm:prSet>
      <dgm:spPr/>
    </dgm:pt>
    <dgm:pt modelId="{30E9CB0E-8490-4A79-8647-25AEEE83E1A7}" type="pres">
      <dgm:prSet presAssocID="{E9CD2B97-4347-4495-8178-BF04261E8360}" presName="compNode" presStyleCnt="0"/>
      <dgm:spPr/>
    </dgm:pt>
    <dgm:pt modelId="{4F02A373-66E6-4DB8-B100-1DFA1A01BD23}" type="pres">
      <dgm:prSet presAssocID="{E9CD2B97-4347-4495-8178-BF04261E836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F97A005-B0C0-42E5-A532-E458162D37D3}" type="pres">
      <dgm:prSet presAssocID="{E9CD2B97-4347-4495-8178-BF04261E8360}" presName="spaceRect" presStyleCnt="0"/>
      <dgm:spPr/>
    </dgm:pt>
    <dgm:pt modelId="{A870821F-5842-45C0-8133-7766FD0BB034}" type="pres">
      <dgm:prSet presAssocID="{E9CD2B97-4347-4495-8178-BF04261E8360}" presName="textRect" presStyleLbl="revTx" presStyleIdx="0" presStyleCnt="4">
        <dgm:presLayoutVars>
          <dgm:chMax val="1"/>
          <dgm:chPref val="1"/>
        </dgm:presLayoutVars>
      </dgm:prSet>
      <dgm:spPr/>
    </dgm:pt>
    <dgm:pt modelId="{96404029-AE48-452E-9961-3A53D77F2D72}" type="pres">
      <dgm:prSet presAssocID="{E0DFA99C-BDE8-47CC-9A82-F5B685C14AE7}" presName="sibTrans" presStyleCnt="0"/>
      <dgm:spPr/>
    </dgm:pt>
    <dgm:pt modelId="{606558DA-0DB6-4489-9B96-F283F5C5602F}" type="pres">
      <dgm:prSet presAssocID="{B1A15DEB-7552-4AD6-A708-267006288814}" presName="compNode" presStyleCnt="0"/>
      <dgm:spPr/>
    </dgm:pt>
    <dgm:pt modelId="{08606A70-0193-4CF0-BB62-2882956E8F27}" type="pres">
      <dgm:prSet presAssocID="{B1A15DEB-7552-4AD6-A708-2670062888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EE53629-D8BE-4AE6-8F73-13D45DF64AD6}" type="pres">
      <dgm:prSet presAssocID="{B1A15DEB-7552-4AD6-A708-267006288814}" presName="spaceRect" presStyleCnt="0"/>
      <dgm:spPr/>
    </dgm:pt>
    <dgm:pt modelId="{2A244BC2-95C5-4FB0-946B-92B97F6AD48F}" type="pres">
      <dgm:prSet presAssocID="{B1A15DEB-7552-4AD6-A708-267006288814}" presName="textRect" presStyleLbl="revTx" presStyleIdx="1" presStyleCnt="4">
        <dgm:presLayoutVars>
          <dgm:chMax val="1"/>
          <dgm:chPref val="1"/>
        </dgm:presLayoutVars>
      </dgm:prSet>
      <dgm:spPr/>
    </dgm:pt>
    <dgm:pt modelId="{98EB54A5-F67C-4C03-9E90-0CDE4C011492}" type="pres">
      <dgm:prSet presAssocID="{46892DFE-B793-44E4-9C86-09FFEA7300E6}" presName="sibTrans" presStyleCnt="0"/>
      <dgm:spPr/>
    </dgm:pt>
    <dgm:pt modelId="{04D59CCD-44EA-4FA0-A591-CFB236CF8752}" type="pres">
      <dgm:prSet presAssocID="{2A129294-45F9-418D-9D54-AC76F539BE83}" presName="compNode" presStyleCnt="0"/>
      <dgm:spPr/>
    </dgm:pt>
    <dgm:pt modelId="{DF37E889-8217-4C4A-B6C1-9B5C5321AE72}" type="pres">
      <dgm:prSet presAssocID="{2A129294-45F9-418D-9D54-AC76F539BE8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2083F9F1-74C7-4CFD-AD5C-BF2E0DE1769A}" type="pres">
      <dgm:prSet presAssocID="{2A129294-45F9-418D-9D54-AC76F539BE83}" presName="spaceRect" presStyleCnt="0"/>
      <dgm:spPr/>
    </dgm:pt>
    <dgm:pt modelId="{BCFDB7B4-FD4B-4605-9970-069584D5B94A}" type="pres">
      <dgm:prSet presAssocID="{2A129294-45F9-418D-9D54-AC76F539BE83}" presName="textRect" presStyleLbl="revTx" presStyleIdx="2" presStyleCnt="4">
        <dgm:presLayoutVars>
          <dgm:chMax val="1"/>
          <dgm:chPref val="1"/>
        </dgm:presLayoutVars>
      </dgm:prSet>
      <dgm:spPr/>
    </dgm:pt>
    <dgm:pt modelId="{18E0F82E-B45F-400F-AEBB-7CF54FDA56B8}" type="pres">
      <dgm:prSet presAssocID="{40E6D312-1ACB-432E-A054-845AA6675770}" presName="sibTrans" presStyleCnt="0"/>
      <dgm:spPr/>
    </dgm:pt>
    <dgm:pt modelId="{7B4E886E-3DCD-48EF-B5BF-B7B3602B16C3}" type="pres">
      <dgm:prSet presAssocID="{A59768F7-A6C2-4D77-A242-1B8FE3B882CD}" presName="compNode" presStyleCnt="0"/>
      <dgm:spPr/>
    </dgm:pt>
    <dgm:pt modelId="{9DDF3EBA-F1E9-4FDE-9C91-39DC48AFF463}" type="pres">
      <dgm:prSet presAssocID="{A59768F7-A6C2-4D77-A242-1B8FE3B882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ACA3087-880F-4A0C-9828-0FD031A4A2EF}" type="pres">
      <dgm:prSet presAssocID="{A59768F7-A6C2-4D77-A242-1B8FE3B882CD}" presName="spaceRect" presStyleCnt="0"/>
      <dgm:spPr/>
    </dgm:pt>
    <dgm:pt modelId="{218D2438-8846-4956-B66C-C276B3430324}" type="pres">
      <dgm:prSet presAssocID="{A59768F7-A6C2-4D77-A242-1B8FE3B882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7F521F-4157-47CD-9CB3-EE75EBDC97F4}" type="presOf" srcId="{E6175DD2-3175-4025-8F7E-F613C6AA328B}" destId="{A410ADEB-5201-4B84-AB88-2841D8AA8BA9}" srcOrd="0" destOrd="0" presId="urn:microsoft.com/office/officeart/2018/2/layout/IconLabelList"/>
    <dgm:cxn modelId="{08DE6A69-9454-400E-972F-488BD612E8F1}" type="presOf" srcId="{E9CD2B97-4347-4495-8178-BF04261E8360}" destId="{A870821F-5842-45C0-8133-7766FD0BB034}" srcOrd="0" destOrd="0" presId="urn:microsoft.com/office/officeart/2018/2/layout/IconLabelList"/>
    <dgm:cxn modelId="{5617F14A-4020-4D36-89F5-9E4D8B482666}" srcId="{E6175DD2-3175-4025-8F7E-F613C6AA328B}" destId="{A59768F7-A6C2-4D77-A242-1B8FE3B882CD}" srcOrd="3" destOrd="0" parTransId="{623FD850-5B1D-489E-B4E6-BF079DE95532}" sibTransId="{17DB4C96-C9DD-4FD8-855B-912401D4C1F9}"/>
    <dgm:cxn modelId="{FCD473A6-F856-405C-B8AF-405F6231692D}" type="presOf" srcId="{B1A15DEB-7552-4AD6-A708-267006288814}" destId="{2A244BC2-95C5-4FB0-946B-92B97F6AD48F}" srcOrd="0" destOrd="0" presId="urn:microsoft.com/office/officeart/2018/2/layout/IconLabelList"/>
    <dgm:cxn modelId="{BEF0F1A7-35FB-42CB-B197-908F154352B1}" srcId="{E6175DD2-3175-4025-8F7E-F613C6AA328B}" destId="{2A129294-45F9-418D-9D54-AC76F539BE83}" srcOrd="2" destOrd="0" parTransId="{092EC1B4-E994-48AF-B83F-53788B7403D6}" sibTransId="{40E6D312-1ACB-432E-A054-845AA6675770}"/>
    <dgm:cxn modelId="{F02941BB-58E2-4449-B98A-9B1F09E48639}" srcId="{E6175DD2-3175-4025-8F7E-F613C6AA328B}" destId="{B1A15DEB-7552-4AD6-A708-267006288814}" srcOrd="1" destOrd="0" parTransId="{B9FA466F-1139-4BC8-8950-103F7968F1A8}" sibTransId="{46892DFE-B793-44E4-9C86-09FFEA7300E6}"/>
    <dgm:cxn modelId="{F3EDBFC0-3293-4B3F-9754-828DD8B45B18}" type="presOf" srcId="{A59768F7-A6C2-4D77-A242-1B8FE3B882CD}" destId="{218D2438-8846-4956-B66C-C276B3430324}" srcOrd="0" destOrd="0" presId="urn:microsoft.com/office/officeart/2018/2/layout/IconLabelList"/>
    <dgm:cxn modelId="{72A2E0D1-4AF6-43B5-8CA8-0D53FEFC61AC}" srcId="{E6175DD2-3175-4025-8F7E-F613C6AA328B}" destId="{E9CD2B97-4347-4495-8178-BF04261E8360}" srcOrd="0" destOrd="0" parTransId="{BBB93BC5-7BC4-4024-BC36-2B869EFB3935}" sibTransId="{E0DFA99C-BDE8-47CC-9A82-F5B685C14AE7}"/>
    <dgm:cxn modelId="{572386F8-EC2E-4C3F-B7FB-56ABF25016BD}" type="presOf" srcId="{2A129294-45F9-418D-9D54-AC76F539BE83}" destId="{BCFDB7B4-FD4B-4605-9970-069584D5B94A}" srcOrd="0" destOrd="0" presId="urn:microsoft.com/office/officeart/2018/2/layout/IconLabelList"/>
    <dgm:cxn modelId="{113213AB-6D44-4A9F-9FB4-2AD1A7E71C39}" type="presParOf" srcId="{A410ADEB-5201-4B84-AB88-2841D8AA8BA9}" destId="{30E9CB0E-8490-4A79-8647-25AEEE83E1A7}" srcOrd="0" destOrd="0" presId="urn:microsoft.com/office/officeart/2018/2/layout/IconLabelList"/>
    <dgm:cxn modelId="{CAC795CF-7F5B-4A27-8B95-7A4AF829E357}" type="presParOf" srcId="{30E9CB0E-8490-4A79-8647-25AEEE83E1A7}" destId="{4F02A373-66E6-4DB8-B100-1DFA1A01BD23}" srcOrd="0" destOrd="0" presId="urn:microsoft.com/office/officeart/2018/2/layout/IconLabelList"/>
    <dgm:cxn modelId="{C70802BA-0F4E-42E5-B3A8-74C536FE34B9}" type="presParOf" srcId="{30E9CB0E-8490-4A79-8647-25AEEE83E1A7}" destId="{5F97A005-B0C0-42E5-A532-E458162D37D3}" srcOrd="1" destOrd="0" presId="urn:microsoft.com/office/officeart/2018/2/layout/IconLabelList"/>
    <dgm:cxn modelId="{19F213E6-41CD-4D0C-A55A-3F2E79E0FD3E}" type="presParOf" srcId="{30E9CB0E-8490-4A79-8647-25AEEE83E1A7}" destId="{A870821F-5842-45C0-8133-7766FD0BB034}" srcOrd="2" destOrd="0" presId="urn:microsoft.com/office/officeart/2018/2/layout/IconLabelList"/>
    <dgm:cxn modelId="{0961312D-17D3-4B1D-B244-750912D948B2}" type="presParOf" srcId="{A410ADEB-5201-4B84-AB88-2841D8AA8BA9}" destId="{96404029-AE48-452E-9961-3A53D77F2D72}" srcOrd="1" destOrd="0" presId="urn:microsoft.com/office/officeart/2018/2/layout/IconLabelList"/>
    <dgm:cxn modelId="{70420F96-D4D2-4C87-9B28-0C57CD526006}" type="presParOf" srcId="{A410ADEB-5201-4B84-AB88-2841D8AA8BA9}" destId="{606558DA-0DB6-4489-9B96-F283F5C5602F}" srcOrd="2" destOrd="0" presId="urn:microsoft.com/office/officeart/2018/2/layout/IconLabelList"/>
    <dgm:cxn modelId="{19F68139-07E9-45FA-9FAF-60BC1CFB19A2}" type="presParOf" srcId="{606558DA-0DB6-4489-9B96-F283F5C5602F}" destId="{08606A70-0193-4CF0-BB62-2882956E8F27}" srcOrd="0" destOrd="0" presId="urn:microsoft.com/office/officeart/2018/2/layout/IconLabelList"/>
    <dgm:cxn modelId="{1F56FE8D-0FF0-4CAC-AC0A-145FDBC5709E}" type="presParOf" srcId="{606558DA-0DB6-4489-9B96-F283F5C5602F}" destId="{7EE53629-D8BE-4AE6-8F73-13D45DF64AD6}" srcOrd="1" destOrd="0" presId="urn:microsoft.com/office/officeart/2018/2/layout/IconLabelList"/>
    <dgm:cxn modelId="{AA62549F-8F21-41D2-923F-75B4B3B91827}" type="presParOf" srcId="{606558DA-0DB6-4489-9B96-F283F5C5602F}" destId="{2A244BC2-95C5-4FB0-946B-92B97F6AD48F}" srcOrd="2" destOrd="0" presId="urn:microsoft.com/office/officeart/2018/2/layout/IconLabelList"/>
    <dgm:cxn modelId="{D842869E-55CE-45D6-A8EC-0304613BDBBB}" type="presParOf" srcId="{A410ADEB-5201-4B84-AB88-2841D8AA8BA9}" destId="{98EB54A5-F67C-4C03-9E90-0CDE4C011492}" srcOrd="3" destOrd="0" presId="urn:microsoft.com/office/officeart/2018/2/layout/IconLabelList"/>
    <dgm:cxn modelId="{AC806A0A-771D-4F78-ACF9-0F6DE16AA4BF}" type="presParOf" srcId="{A410ADEB-5201-4B84-AB88-2841D8AA8BA9}" destId="{04D59CCD-44EA-4FA0-A591-CFB236CF8752}" srcOrd="4" destOrd="0" presId="urn:microsoft.com/office/officeart/2018/2/layout/IconLabelList"/>
    <dgm:cxn modelId="{7EC1FDAC-7B86-4241-A725-F9F1B65794F7}" type="presParOf" srcId="{04D59CCD-44EA-4FA0-A591-CFB236CF8752}" destId="{DF37E889-8217-4C4A-B6C1-9B5C5321AE72}" srcOrd="0" destOrd="0" presId="urn:microsoft.com/office/officeart/2018/2/layout/IconLabelList"/>
    <dgm:cxn modelId="{CEA5153B-4129-4D4D-A7C1-9F9FF40E48C9}" type="presParOf" srcId="{04D59CCD-44EA-4FA0-A591-CFB236CF8752}" destId="{2083F9F1-74C7-4CFD-AD5C-BF2E0DE1769A}" srcOrd="1" destOrd="0" presId="urn:microsoft.com/office/officeart/2018/2/layout/IconLabelList"/>
    <dgm:cxn modelId="{BF686045-1776-41C8-B8EC-82FC386FA26B}" type="presParOf" srcId="{04D59CCD-44EA-4FA0-A591-CFB236CF8752}" destId="{BCFDB7B4-FD4B-4605-9970-069584D5B94A}" srcOrd="2" destOrd="0" presId="urn:microsoft.com/office/officeart/2018/2/layout/IconLabelList"/>
    <dgm:cxn modelId="{A8727E5C-EDEF-4CA7-8F30-3A61F1D88AE5}" type="presParOf" srcId="{A410ADEB-5201-4B84-AB88-2841D8AA8BA9}" destId="{18E0F82E-B45F-400F-AEBB-7CF54FDA56B8}" srcOrd="5" destOrd="0" presId="urn:microsoft.com/office/officeart/2018/2/layout/IconLabelList"/>
    <dgm:cxn modelId="{E00A499D-AA4F-4584-9048-338EF0369156}" type="presParOf" srcId="{A410ADEB-5201-4B84-AB88-2841D8AA8BA9}" destId="{7B4E886E-3DCD-48EF-B5BF-B7B3602B16C3}" srcOrd="6" destOrd="0" presId="urn:microsoft.com/office/officeart/2018/2/layout/IconLabelList"/>
    <dgm:cxn modelId="{955DB466-6030-4D7F-99D0-E9FD6D278588}" type="presParOf" srcId="{7B4E886E-3DCD-48EF-B5BF-B7B3602B16C3}" destId="{9DDF3EBA-F1E9-4FDE-9C91-39DC48AFF463}" srcOrd="0" destOrd="0" presId="urn:microsoft.com/office/officeart/2018/2/layout/IconLabelList"/>
    <dgm:cxn modelId="{3C882161-268C-49A2-AFB3-C1119BD7829E}" type="presParOf" srcId="{7B4E886E-3DCD-48EF-B5BF-B7B3602B16C3}" destId="{BACA3087-880F-4A0C-9828-0FD031A4A2EF}" srcOrd="1" destOrd="0" presId="urn:microsoft.com/office/officeart/2018/2/layout/IconLabelList"/>
    <dgm:cxn modelId="{0B47ADBD-B596-4E07-94A1-46B8AB25B229}" type="presParOf" srcId="{7B4E886E-3DCD-48EF-B5BF-B7B3602B16C3}" destId="{218D2438-8846-4956-B66C-C276B343032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B4BCA-7983-44ED-8C4E-DA94AB666324}">
      <dsp:nvSpPr>
        <dsp:cNvPr id="0" name=""/>
        <dsp:cNvSpPr/>
      </dsp:nvSpPr>
      <dsp:spPr>
        <a:xfrm>
          <a:off x="0" y="1780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E1972-1EFA-48B4-A283-48039D7A293C}">
      <dsp:nvSpPr>
        <dsp:cNvPr id="0" name=""/>
        <dsp:cNvSpPr/>
      </dsp:nvSpPr>
      <dsp:spPr>
        <a:xfrm>
          <a:off x="229529" y="172505"/>
          <a:ext cx="417326" cy="417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4CFD7-1E94-453D-8158-14AAFB3BD4CA}">
      <dsp:nvSpPr>
        <dsp:cNvPr id="0" name=""/>
        <dsp:cNvSpPr/>
      </dsp:nvSpPr>
      <dsp:spPr>
        <a:xfrm>
          <a:off x="876386" y="1780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Build complete cloud-based EV charging analytics system</a:t>
          </a:r>
          <a:endParaRPr lang="en-US" sz="1900" kern="1200"/>
        </a:p>
      </dsp:txBody>
      <dsp:txXfrm>
        <a:off x="876386" y="1780"/>
        <a:ext cx="5387253" cy="758776"/>
      </dsp:txXfrm>
    </dsp:sp>
    <dsp:sp modelId="{A36794B4-DBFB-4E61-A9F1-281414236BA0}">
      <dsp:nvSpPr>
        <dsp:cNvPr id="0" name=""/>
        <dsp:cNvSpPr/>
      </dsp:nvSpPr>
      <dsp:spPr>
        <a:xfrm>
          <a:off x="0" y="950250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FAE7F-C958-48DF-9838-03F57888DC81}">
      <dsp:nvSpPr>
        <dsp:cNvPr id="0" name=""/>
        <dsp:cNvSpPr/>
      </dsp:nvSpPr>
      <dsp:spPr>
        <a:xfrm>
          <a:off x="229529" y="1120975"/>
          <a:ext cx="417326" cy="417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66AE3-6D6B-4722-8E9A-7F11CBC36E40}">
      <dsp:nvSpPr>
        <dsp:cNvPr id="0" name=""/>
        <dsp:cNvSpPr/>
      </dsp:nvSpPr>
      <dsp:spPr>
        <a:xfrm>
          <a:off x="876386" y="950250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Implement real-time streaming pipeline</a:t>
          </a:r>
          <a:endParaRPr lang="en-US" sz="1900" kern="1200"/>
        </a:p>
      </dsp:txBody>
      <dsp:txXfrm>
        <a:off x="876386" y="950250"/>
        <a:ext cx="5387253" cy="758776"/>
      </dsp:txXfrm>
    </dsp:sp>
    <dsp:sp modelId="{BC48B031-3EF3-4608-BFC1-F9D457549C08}">
      <dsp:nvSpPr>
        <dsp:cNvPr id="0" name=""/>
        <dsp:cNvSpPr/>
      </dsp:nvSpPr>
      <dsp:spPr>
        <a:xfrm>
          <a:off x="0" y="1898720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4930A0-49D1-41C5-B950-FF00644F6AC2}">
      <dsp:nvSpPr>
        <dsp:cNvPr id="0" name=""/>
        <dsp:cNvSpPr/>
      </dsp:nvSpPr>
      <dsp:spPr>
        <a:xfrm>
          <a:off x="229529" y="2069445"/>
          <a:ext cx="417326" cy="417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149CE-55DC-416E-9C69-38CBDACCA1E0}">
      <dsp:nvSpPr>
        <dsp:cNvPr id="0" name=""/>
        <dsp:cNvSpPr/>
      </dsp:nvSpPr>
      <dsp:spPr>
        <a:xfrm>
          <a:off x="876386" y="1898720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Perform batch aggregation using Airflow</a:t>
          </a:r>
          <a:endParaRPr lang="en-US" sz="1900" kern="1200"/>
        </a:p>
      </dsp:txBody>
      <dsp:txXfrm>
        <a:off x="876386" y="1898720"/>
        <a:ext cx="5387253" cy="758776"/>
      </dsp:txXfrm>
    </dsp:sp>
    <dsp:sp modelId="{ED010CAE-95D4-447A-903B-971931A35317}">
      <dsp:nvSpPr>
        <dsp:cNvPr id="0" name=""/>
        <dsp:cNvSpPr/>
      </dsp:nvSpPr>
      <dsp:spPr>
        <a:xfrm>
          <a:off x="0" y="2847191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1184B-6461-424F-A516-522A36231C7C}">
      <dsp:nvSpPr>
        <dsp:cNvPr id="0" name=""/>
        <dsp:cNvSpPr/>
      </dsp:nvSpPr>
      <dsp:spPr>
        <a:xfrm>
          <a:off x="229529" y="3017915"/>
          <a:ext cx="417326" cy="417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C6D9C-32CB-4DAE-85CC-0109A4C28670}">
      <dsp:nvSpPr>
        <dsp:cNvPr id="0" name=""/>
        <dsp:cNvSpPr/>
      </dsp:nvSpPr>
      <dsp:spPr>
        <a:xfrm>
          <a:off x="876386" y="2847191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Store data in BigQuery warehouse</a:t>
          </a:r>
          <a:endParaRPr lang="en-US" sz="1900" kern="1200"/>
        </a:p>
      </dsp:txBody>
      <dsp:txXfrm>
        <a:off x="876386" y="2847191"/>
        <a:ext cx="5387253" cy="758776"/>
      </dsp:txXfrm>
    </dsp:sp>
    <dsp:sp modelId="{8FA431EB-9BB7-4D30-81E7-E1AAE0A0AD5B}">
      <dsp:nvSpPr>
        <dsp:cNvPr id="0" name=""/>
        <dsp:cNvSpPr/>
      </dsp:nvSpPr>
      <dsp:spPr>
        <a:xfrm>
          <a:off x="0" y="3795661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A97D4-77B6-43A7-ABC9-6A458E717EF1}">
      <dsp:nvSpPr>
        <dsp:cNvPr id="0" name=""/>
        <dsp:cNvSpPr/>
      </dsp:nvSpPr>
      <dsp:spPr>
        <a:xfrm>
          <a:off x="229529" y="3966385"/>
          <a:ext cx="417326" cy="4173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25E30-1E61-4823-A72F-338BCBE11977}">
      <dsp:nvSpPr>
        <dsp:cNvPr id="0" name=""/>
        <dsp:cNvSpPr/>
      </dsp:nvSpPr>
      <dsp:spPr>
        <a:xfrm>
          <a:off x="876386" y="3795661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Train ML model to predict total revenue</a:t>
          </a:r>
          <a:endParaRPr lang="en-US" sz="1900" kern="1200"/>
        </a:p>
      </dsp:txBody>
      <dsp:txXfrm>
        <a:off x="876386" y="3795661"/>
        <a:ext cx="5387253" cy="758776"/>
      </dsp:txXfrm>
    </dsp:sp>
    <dsp:sp modelId="{A0C9B152-A2B5-4950-8D69-CF84BFE491C0}">
      <dsp:nvSpPr>
        <dsp:cNvPr id="0" name=""/>
        <dsp:cNvSpPr/>
      </dsp:nvSpPr>
      <dsp:spPr>
        <a:xfrm>
          <a:off x="0" y="4744131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79436-2FF2-4098-9F3A-F675EFF6B831}">
      <dsp:nvSpPr>
        <dsp:cNvPr id="0" name=""/>
        <dsp:cNvSpPr/>
      </dsp:nvSpPr>
      <dsp:spPr>
        <a:xfrm>
          <a:off x="229529" y="4914855"/>
          <a:ext cx="417326" cy="4173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34D55-F70A-4FE1-AEC8-AA0176D4A0EE}">
      <dsp:nvSpPr>
        <dsp:cNvPr id="0" name=""/>
        <dsp:cNvSpPr/>
      </dsp:nvSpPr>
      <dsp:spPr>
        <a:xfrm>
          <a:off x="876386" y="4744131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Monitor system performance and reliability</a:t>
          </a:r>
          <a:endParaRPr lang="en-US" sz="1900" kern="1200"/>
        </a:p>
      </dsp:txBody>
      <dsp:txXfrm>
        <a:off x="876386" y="4744131"/>
        <a:ext cx="5387253" cy="758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476BC-E4D0-4D5E-B367-FCF95E464DFE}">
      <dsp:nvSpPr>
        <dsp:cNvPr id="0" name=""/>
        <dsp:cNvSpPr/>
      </dsp:nvSpPr>
      <dsp:spPr>
        <a:xfrm rot="5400000">
          <a:off x="2205461" y="729560"/>
          <a:ext cx="1138504" cy="13724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5DE03F-CF81-4A40-BEAD-436B2E4FBE77}">
      <dsp:nvSpPr>
        <dsp:cNvPr id="0" name=""/>
        <dsp:cNvSpPr/>
      </dsp:nvSpPr>
      <dsp:spPr>
        <a:xfrm>
          <a:off x="2467109" y="2590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Model Type: Linear Regression</a:t>
          </a:r>
          <a:endParaRPr lang="en-US" sz="1300" kern="1200"/>
        </a:p>
      </dsp:txBody>
      <dsp:txXfrm>
        <a:off x="2493908" y="29389"/>
        <a:ext cx="1471369" cy="861382"/>
      </dsp:txXfrm>
    </dsp:sp>
    <dsp:sp modelId="{961F15EC-FE95-4F22-B751-2D88CEF0A066}">
      <dsp:nvSpPr>
        <dsp:cNvPr id="0" name=""/>
        <dsp:cNvSpPr/>
      </dsp:nvSpPr>
      <dsp:spPr>
        <a:xfrm rot="5400000">
          <a:off x="2205461" y="1873285"/>
          <a:ext cx="1138504" cy="1372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D8EAC4-4703-4036-9CC6-E3CD43D4EE09}">
      <dsp:nvSpPr>
        <dsp:cNvPr id="0" name=""/>
        <dsp:cNvSpPr/>
      </dsp:nvSpPr>
      <dsp:spPr>
        <a:xfrm>
          <a:off x="2467109" y="1146316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Features:</a:t>
          </a:r>
          <a:endParaRPr lang="en-US" sz="1300" kern="1200"/>
        </a:p>
      </dsp:txBody>
      <dsp:txXfrm>
        <a:off x="2493908" y="1173115"/>
        <a:ext cx="1471369" cy="861382"/>
      </dsp:txXfrm>
    </dsp:sp>
    <dsp:sp modelId="{5493DB06-19EC-4831-9B34-7A81B904EDD2}">
      <dsp:nvSpPr>
        <dsp:cNvPr id="0" name=""/>
        <dsp:cNvSpPr/>
      </dsp:nvSpPr>
      <dsp:spPr>
        <a:xfrm rot="5400000">
          <a:off x="2205461" y="3017011"/>
          <a:ext cx="1138504" cy="1372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70AFD3-4353-4476-B45F-DAC3E61D8003}">
      <dsp:nvSpPr>
        <dsp:cNvPr id="0" name=""/>
        <dsp:cNvSpPr/>
      </dsp:nvSpPr>
      <dsp:spPr>
        <a:xfrm>
          <a:off x="2467109" y="2290041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unique_sessions</a:t>
          </a:r>
          <a:endParaRPr lang="en-US" sz="1300" kern="1200"/>
        </a:p>
      </dsp:txBody>
      <dsp:txXfrm>
        <a:off x="2493908" y="2316840"/>
        <a:ext cx="1471369" cy="861382"/>
      </dsp:txXfrm>
    </dsp:sp>
    <dsp:sp modelId="{1B7F4AE9-86A2-41D2-9766-BE428C222594}">
      <dsp:nvSpPr>
        <dsp:cNvPr id="0" name=""/>
        <dsp:cNvSpPr/>
      </dsp:nvSpPr>
      <dsp:spPr>
        <a:xfrm>
          <a:off x="2777323" y="3588874"/>
          <a:ext cx="2022985" cy="13724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AF867D-2CE7-4C31-98AC-AB3EAFFD3DF0}">
      <dsp:nvSpPr>
        <dsp:cNvPr id="0" name=""/>
        <dsp:cNvSpPr/>
      </dsp:nvSpPr>
      <dsp:spPr>
        <a:xfrm>
          <a:off x="2467109" y="3433767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avg_energy_kwh</a:t>
          </a:r>
          <a:endParaRPr lang="en-US" sz="1300" kern="1200"/>
        </a:p>
      </dsp:txBody>
      <dsp:txXfrm>
        <a:off x="2493908" y="3460566"/>
        <a:ext cx="1471369" cy="861382"/>
      </dsp:txXfrm>
    </dsp:sp>
    <dsp:sp modelId="{5BE83F62-B7B5-43DC-BFC5-C65B2ED3A13C}">
      <dsp:nvSpPr>
        <dsp:cNvPr id="0" name=""/>
        <dsp:cNvSpPr/>
      </dsp:nvSpPr>
      <dsp:spPr>
        <a:xfrm rot="16200000">
          <a:off x="4233667" y="3017011"/>
          <a:ext cx="1138504" cy="13724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665545-BF70-404C-9942-5717F900F4EC}">
      <dsp:nvSpPr>
        <dsp:cNvPr id="0" name=""/>
        <dsp:cNvSpPr/>
      </dsp:nvSpPr>
      <dsp:spPr>
        <a:xfrm>
          <a:off x="4495316" y="3433767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avg_duration_min</a:t>
          </a:r>
          <a:endParaRPr lang="en-US" sz="1300" kern="1200"/>
        </a:p>
      </dsp:txBody>
      <dsp:txXfrm>
        <a:off x="4522115" y="3460566"/>
        <a:ext cx="1471369" cy="861382"/>
      </dsp:txXfrm>
    </dsp:sp>
    <dsp:sp modelId="{778C39EE-92F5-45CA-A5B4-8F90CF35B8C3}">
      <dsp:nvSpPr>
        <dsp:cNvPr id="0" name=""/>
        <dsp:cNvSpPr/>
      </dsp:nvSpPr>
      <dsp:spPr>
        <a:xfrm rot="16200000">
          <a:off x="4233667" y="1873285"/>
          <a:ext cx="1138504" cy="13724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98108B-AC0A-45E0-B010-7BFB3C56D49C}">
      <dsp:nvSpPr>
        <dsp:cNvPr id="0" name=""/>
        <dsp:cNvSpPr/>
      </dsp:nvSpPr>
      <dsp:spPr>
        <a:xfrm>
          <a:off x="4495316" y="2290041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Target:</a:t>
          </a:r>
          <a:endParaRPr lang="en-US" sz="1300" kern="1200"/>
        </a:p>
      </dsp:txBody>
      <dsp:txXfrm>
        <a:off x="4522115" y="2316840"/>
        <a:ext cx="1471369" cy="861382"/>
      </dsp:txXfrm>
    </dsp:sp>
    <dsp:sp modelId="{3AB6DE4C-6A34-4557-B396-32062A2B9CC1}">
      <dsp:nvSpPr>
        <dsp:cNvPr id="0" name=""/>
        <dsp:cNvSpPr/>
      </dsp:nvSpPr>
      <dsp:spPr>
        <a:xfrm rot="16200000">
          <a:off x="4233667" y="729560"/>
          <a:ext cx="1138504" cy="1372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D35103-D8CF-417F-ADEB-69E44AA7E4A6}">
      <dsp:nvSpPr>
        <dsp:cNvPr id="0" name=""/>
        <dsp:cNvSpPr/>
      </dsp:nvSpPr>
      <dsp:spPr>
        <a:xfrm>
          <a:off x="4495316" y="1146316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total_revenue_eur</a:t>
          </a:r>
          <a:endParaRPr lang="en-US" sz="1300" kern="1200"/>
        </a:p>
      </dsp:txBody>
      <dsp:txXfrm>
        <a:off x="4522115" y="1173115"/>
        <a:ext cx="1471369" cy="861382"/>
      </dsp:txXfrm>
    </dsp:sp>
    <dsp:sp modelId="{79A5DA16-3FDB-42A9-9923-05D107A0B70C}">
      <dsp:nvSpPr>
        <dsp:cNvPr id="0" name=""/>
        <dsp:cNvSpPr/>
      </dsp:nvSpPr>
      <dsp:spPr>
        <a:xfrm>
          <a:off x="4805530" y="157697"/>
          <a:ext cx="2022985" cy="1372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28DB8F-F1E9-48C0-8DE9-C9B8CEC7A001}">
      <dsp:nvSpPr>
        <dsp:cNvPr id="0" name=""/>
        <dsp:cNvSpPr/>
      </dsp:nvSpPr>
      <dsp:spPr>
        <a:xfrm>
          <a:off x="4495316" y="2590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Model Formula:</a:t>
          </a:r>
          <a:endParaRPr lang="en-US" sz="1300" kern="1200"/>
        </a:p>
      </dsp:txBody>
      <dsp:txXfrm>
        <a:off x="4522115" y="29389"/>
        <a:ext cx="1471369" cy="861382"/>
      </dsp:txXfrm>
    </dsp:sp>
    <dsp:sp modelId="{E1DAD2DB-5DC7-4EB4-9C7C-4634D51018CA}">
      <dsp:nvSpPr>
        <dsp:cNvPr id="0" name=""/>
        <dsp:cNvSpPr/>
      </dsp:nvSpPr>
      <dsp:spPr>
        <a:xfrm rot="5400000">
          <a:off x="6261874" y="729560"/>
          <a:ext cx="1138504" cy="13724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408303-87DB-4931-9C78-1270D19CC741}">
      <dsp:nvSpPr>
        <dsp:cNvPr id="0" name=""/>
        <dsp:cNvSpPr/>
      </dsp:nvSpPr>
      <dsp:spPr>
        <a:xfrm>
          <a:off x="6523522" y="2590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Y = </a:t>
          </a:r>
          <a:r>
            <a:rPr lang="el-GR" sz="1300" kern="1200"/>
            <a:t>β₀ + β₁</a:t>
          </a:r>
          <a:r>
            <a:rPr lang="en-IN" sz="1300" kern="1200"/>
            <a:t>X₁ + </a:t>
          </a:r>
          <a:r>
            <a:rPr lang="el-GR" sz="1300" kern="1200"/>
            <a:t>β₂</a:t>
          </a:r>
          <a:r>
            <a:rPr lang="en-IN" sz="1300" kern="1200"/>
            <a:t>X₂ + </a:t>
          </a:r>
          <a:r>
            <a:rPr lang="el-GR" sz="1300" kern="1200"/>
            <a:t>β₃</a:t>
          </a:r>
          <a:r>
            <a:rPr lang="en-IN" sz="1300" kern="1200"/>
            <a:t>X₃ + </a:t>
          </a:r>
          <a:r>
            <a:rPr lang="el-GR" sz="1300" kern="1200"/>
            <a:t>ε</a:t>
          </a:r>
          <a:endParaRPr lang="en-US" sz="1300" kern="1200"/>
        </a:p>
      </dsp:txBody>
      <dsp:txXfrm>
        <a:off x="6550321" y="29389"/>
        <a:ext cx="1471369" cy="861382"/>
      </dsp:txXfrm>
    </dsp:sp>
    <dsp:sp modelId="{F477A4AB-5C78-4D7D-9771-1A4A50C816E5}">
      <dsp:nvSpPr>
        <dsp:cNvPr id="0" name=""/>
        <dsp:cNvSpPr/>
      </dsp:nvSpPr>
      <dsp:spPr>
        <a:xfrm rot="5400000">
          <a:off x="6261874" y="1873285"/>
          <a:ext cx="1138504" cy="13724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62AB72-DFEA-493C-B659-B99D24692E8B}">
      <dsp:nvSpPr>
        <dsp:cNvPr id="0" name=""/>
        <dsp:cNvSpPr/>
      </dsp:nvSpPr>
      <dsp:spPr>
        <a:xfrm>
          <a:off x="6523522" y="1146316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Trained using BigQuery ML</a:t>
          </a:r>
          <a:endParaRPr lang="en-US" sz="1300" kern="1200"/>
        </a:p>
      </dsp:txBody>
      <dsp:txXfrm>
        <a:off x="6550321" y="1173115"/>
        <a:ext cx="1471369" cy="861382"/>
      </dsp:txXfrm>
    </dsp:sp>
    <dsp:sp modelId="{299D685E-7F2D-4918-A4DA-B1B798FF47B1}">
      <dsp:nvSpPr>
        <dsp:cNvPr id="0" name=""/>
        <dsp:cNvSpPr/>
      </dsp:nvSpPr>
      <dsp:spPr>
        <a:xfrm>
          <a:off x="6523522" y="2290041"/>
          <a:ext cx="1524967" cy="914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Evaluated using RMSE, MAE, R²</a:t>
          </a:r>
          <a:endParaRPr lang="en-US" sz="1300" kern="1200"/>
        </a:p>
      </dsp:txBody>
      <dsp:txXfrm>
        <a:off x="6550321" y="2316840"/>
        <a:ext cx="1471369" cy="8613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4F720-F053-482E-A927-3D0391AD2C51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D20B19-8F2D-4536-8A57-5A596380294E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97FEA-8661-4986-8DA5-751BA3654CF8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Docker container health monitoring (docker ps)</a:t>
          </a:r>
          <a:endParaRPr lang="en-US" sz="1900" kern="1200"/>
        </a:p>
      </dsp:txBody>
      <dsp:txXfrm>
        <a:off x="692764" y="1407"/>
        <a:ext cx="9822835" cy="599796"/>
      </dsp:txXfrm>
    </dsp:sp>
    <dsp:sp modelId="{5C116DB0-976F-497C-8760-888206E3D943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4EB39-F1C2-49B5-AEFD-7860DCB2C41A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9B4B1-0762-4C94-B534-EE5D9FF6CC26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Kafka monitoring via Kafdrop UI</a:t>
          </a:r>
          <a:endParaRPr lang="en-US" sz="1900" kern="1200"/>
        </a:p>
      </dsp:txBody>
      <dsp:txXfrm>
        <a:off x="692764" y="751152"/>
        <a:ext cx="9822835" cy="599796"/>
      </dsp:txXfrm>
    </dsp:sp>
    <dsp:sp modelId="{3C602873-91F4-4AD7-8446-19E9E79BF0E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5ECA3-6304-4A5A-BEF1-FE69F216C76D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5AAF3-5A39-4B2A-807C-0D8F0CF8FCFC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Pub/Sub log validation</a:t>
          </a:r>
          <a:endParaRPr lang="en-US" sz="1900" kern="1200"/>
        </a:p>
      </dsp:txBody>
      <dsp:txXfrm>
        <a:off x="692764" y="1500898"/>
        <a:ext cx="9822835" cy="599796"/>
      </dsp:txXfrm>
    </dsp:sp>
    <dsp:sp modelId="{EBE3A972-E74F-45EB-A5A1-FCD9A1C49C92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5066C3-6197-46F5-B12C-5A2B4C538657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EFDC0-E7B9-4399-9297-798BCEEF1557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BigQuery Job History monitoring</a:t>
          </a:r>
          <a:endParaRPr lang="en-US" sz="1900" kern="1200"/>
        </a:p>
      </dsp:txBody>
      <dsp:txXfrm>
        <a:off x="692764" y="2250643"/>
        <a:ext cx="9822835" cy="599796"/>
      </dsp:txXfrm>
    </dsp:sp>
    <dsp:sp modelId="{1AD464A6-E996-4803-8C12-3060139B3A87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BAAA2D-2ADB-467E-B56D-48AF2961BD0C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4F4B2-BCA0-45DC-ACFB-AF3A045E992D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ML training metrics and evaluation</a:t>
          </a:r>
          <a:endParaRPr lang="en-US" sz="1900" kern="1200"/>
        </a:p>
      </dsp:txBody>
      <dsp:txXfrm>
        <a:off x="692764" y="3000388"/>
        <a:ext cx="9822835" cy="599796"/>
      </dsp:txXfrm>
    </dsp:sp>
    <dsp:sp modelId="{4E4F276A-3532-4371-9393-D40628CC6ED7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14F5F-0E47-403D-AF49-1B8EBA620F16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F2E6C-B7DD-4EDA-A822-F3579397AD5F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Ensures system reliability and correctness</a:t>
          </a:r>
          <a:endParaRPr lang="en-US" sz="1900" kern="1200"/>
        </a:p>
      </dsp:txBody>
      <dsp:txXfrm>
        <a:off x="692764" y="3750134"/>
        <a:ext cx="9822835" cy="599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AC103-C410-446E-92F2-2E94396400FB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57B37-721E-4BCD-8845-3105A095C64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0B0DB-D486-49A9-A4D0-58C0A94E5049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Regression minimizes Mean Squared Error (MSE)</a:t>
          </a:r>
          <a:endParaRPr lang="en-US" sz="2200" kern="1200"/>
        </a:p>
      </dsp:txBody>
      <dsp:txXfrm>
        <a:off x="1339618" y="2288"/>
        <a:ext cx="5024605" cy="1159843"/>
      </dsp:txXfrm>
    </dsp:sp>
    <dsp:sp modelId="{56CF50C2-06A1-4793-9C71-6B78E89549C9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5F6BD-5B11-4B4E-8D8E-D1855E316FC7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052FF-6FA4-445A-9256-377B6C5ACA7A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MSE = (1/n) </a:t>
          </a:r>
          <a:r>
            <a:rPr lang="el-GR" sz="2200" kern="1200"/>
            <a:t>Σ (</a:t>
          </a:r>
          <a:r>
            <a:rPr lang="en-IN" sz="2200" kern="1200"/>
            <a:t>Y − Ŷ)²</a:t>
          </a:r>
          <a:endParaRPr lang="en-US" sz="2200" kern="1200"/>
        </a:p>
      </dsp:txBody>
      <dsp:txXfrm>
        <a:off x="1339618" y="1452092"/>
        <a:ext cx="5024605" cy="1159843"/>
      </dsp:txXfrm>
    </dsp:sp>
    <dsp:sp modelId="{870F7F3A-1258-4CAE-8C50-4DCA7DF2E9A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8BDE2-6EFC-452B-8B72-4557CAEAE66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BBC47-E75C-49DE-94CD-D2FAA383833B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High R² indicates strong predictive accuracy</a:t>
          </a:r>
          <a:endParaRPr lang="en-US" sz="2200" kern="1200"/>
        </a:p>
      </dsp:txBody>
      <dsp:txXfrm>
        <a:off x="1339618" y="2901896"/>
        <a:ext cx="5024605" cy="1159843"/>
      </dsp:txXfrm>
    </dsp:sp>
    <dsp:sp modelId="{F88ECC42-4B56-44BB-BCE9-C7B2B0F0F0DC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8C699-3FDD-44C9-82B2-DF808E4298C5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8F6EC-7083-451C-BCEE-7BF23EA23E08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System stability analyzed using streaming throughput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2A373-66E6-4DB8-B100-1DFA1A01BD23}">
      <dsp:nvSpPr>
        <dsp:cNvPr id="0" name=""/>
        <dsp:cNvSpPr/>
      </dsp:nvSpPr>
      <dsp:spPr>
        <a:xfrm>
          <a:off x="1138979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0821F-5842-45C0-8133-7766FD0BB034}">
      <dsp:nvSpPr>
        <dsp:cNvPr id="0" name=""/>
        <dsp:cNvSpPr/>
      </dsp:nvSpPr>
      <dsp:spPr>
        <a:xfrm>
          <a:off x="569079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Successfully built end-to-end EV analytics pipeline</a:t>
          </a:r>
        </a:p>
      </dsp:txBody>
      <dsp:txXfrm>
        <a:off x="569079" y="2226604"/>
        <a:ext cx="2072362" cy="720000"/>
      </dsp:txXfrm>
    </dsp:sp>
    <dsp:sp modelId="{08606A70-0193-4CF0-BB62-2882956E8F27}">
      <dsp:nvSpPr>
        <dsp:cNvPr id="0" name=""/>
        <dsp:cNvSpPr/>
      </dsp:nvSpPr>
      <dsp:spPr>
        <a:xfrm>
          <a:off x="3574005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44BC2-95C5-4FB0-946B-92B97F6AD48F}">
      <dsp:nvSpPr>
        <dsp:cNvPr id="0" name=""/>
        <dsp:cNvSpPr/>
      </dsp:nvSpPr>
      <dsp:spPr>
        <a:xfrm>
          <a:off x="3004105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Integrated streaming, batch, cloud warehouse &amp; ML</a:t>
          </a:r>
        </a:p>
      </dsp:txBody>
      <dsp:txXfrm>
        <a:off x="3004105" y="2226604"/>
        <a:ext cx="2072362" cy="720000"/>
      </dsp:txXfrm>
    </dsp:sp>
    <dsp:sp modelId="{DF37E889-8217-4C4A-B6C1-9B5C5321AE72}">
      <dsp:nvSpPr>
        <dsp:cNvPr id="0" name=""/>
        <dsp:cNvSpPr/>
      </dsp:nvSpPr>
      <dsp:spPr>
        <a:xfrm>
          <a:off x="6009031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DB7B4-FD4B-4605-9970-069584D5B94A}">
      <dsp:nvSpPr>
        <dsp:cNvPr id="0" name=""/>
        <dsp:cNvSpPr/>
      </dsp:nvSpPr>
      <dsp:spPr>
        <a:xfrm>
          <a:off x="5439131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Demonstrated real-time ingestion &amp; revenue prediction</a:t>
          </a:r>
        </a:p>
      </dsp:txBody>
      <dsp:txXfrm>
        <a:off x="5439131" y="2226604"/>
        <a:ext cx="2072362" cy="720000"/>
      </dsp:txXfrm>
    </dsp:sp>
    <dsp:sp modelId="{9DDF3EBA-F1E9-4FDE-9C91-39DC48AFF463}">
      <dsp:nvSpPr>
        <dsp:cNvPr id="0" name=""/>
        <dsp:cNvSpPr/>
      </dsp:nvSpPr>
      <dsp:spPr>
        <a:xfrm>
          <a:off x="8444057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D2438-8846-4956-B66C-C276B3430324}">
      <dsp:nvSpPr>
        <dsp:cNvPr id="0" name=""/>
        <dsp:cNvSpPr/>
      </dsp:nvSpPr>
      <dsp:spPr>
        <a:xfrm>
          <a:off x="7874157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Scalable architecture suitable for production extension</a:t>
          </a:r>
        </a:p>
      </dsp:txBody>
      <dsp:txXfrm>
        <a:off x="7874157" y="222660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54A0-2BB2-D64D-C797-AAD15AF72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DD963-A3D3-697E-1C58-ADBEE55BE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995FA-D0FB-14BC-CCC7-09CF4724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BA702-FBAC-302D-B2D0-9B2A8AC4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2D48A-43AF-1D67-2DDD-84A105F9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2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8705-6B31-95DA-54A8-2DCBEDF9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97AC3-97DF-6063-DDDB-D5CCD7CB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9156D-A351-FAF3-531B-7AB1B1F90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77243-B9DD-56A4-05DD-FF5BEBF6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88B94-99AE-F814-0ED4-1228BBE3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609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B5F2-0FC3-6484-2BCC-4E7D4A5A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0E7A3-A3A0-B887-F595-EE07ED80C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70A2B-9CC1-6EA6-9F28-2186A99D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B8B1D-DA12-EF43-2EFE-F7B407C8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EFA0F-9143-668B-9570-EBEC2822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17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2AB2-460A-4527-C22D-9E60C872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66223-10FB-3E21-F1A5-FDF600F5E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51F45-FBE7-2585-8CA2-0D5342E8F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C276F-CF79-2506-1A74-73D33FBFC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3C35C-DBCC-B918-9F2F-C4E2BA26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D34E8-955C-C77C-02F3-CC5713C1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06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88AA-28F0-9069-A365-BE905258E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F56F7-7848-486F-7BBA-9430C816E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9A5D4-77BD-F631-2CAE-7D6A04E6E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514FF-E727-CE91-8B0C-65CB5642D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DB370-70D4-62A8-CECD-3915E4B39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059-3DA3-897D-C646-657DD1ED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15348-ACF5-00BD-6E98-E81842ABB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B2D0C-0B16-5F69-3C7A-DB31BB00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22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8849-5931-7B06-5A91-179E3DF7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2A8DE-BE80-7949-E92E-2272F9F4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80771-D82A-3C99-692C-A6A4E745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6F01E-8CED-312B-CEA7-7564F9C1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64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D67FE-F1E8-4725-420D-E8B24EFC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3DF72-18EA-EECD-EC96-AC447FBA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84B49-353C-629C-90B3-9A5CAC8B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95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6A22-350A-3C5B-4E12-28FB2D03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C41E2-7E0F-734B-8DE2-D44525E63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3AC3F-1105-0A2B-536C-6DDE696F0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AA46A-91E2-8D4D-8B16-40A26117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C43C6-098F-8176-59F4-960514B3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626FB-9351-BD5D-BFD9-B01CDB6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51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54DD-D380-439A-DF36-C303B233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E7DD16-94EE-02E9-9365-E02E1D04E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3E5DF-D058-46AE-1BC4-964882B79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4BF28-AF43-C8C5-9CCC-2D3B033E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995B-4E54-0744-D3C5-52444951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61869-26F5-E5DE-BD12-CA6044A7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81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D21C-997D-2527-FEE1-0E7E9F79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FE170-C88C-1B61-82A2-6F8D873FA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182A7-9109-98AC-99A5-5AF77A2A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64F1-4C5A-611D-EA84-1BEF364E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BD822-30ED-8F65-5577-389AEFCE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3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61E0A-5F8A-4D33-875E-37514A82B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F9F3F-41EE-1EC9-52A7-4EBEDFF43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2DF62-A05B-E050-42FF-96BE4F5F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8E836-9DF8-8962-B73E-8547137B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F2C7C-1494-CDE0-989C-ACD46420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32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25A03-2327-7344-8652-CDE680F98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182A9-AA9E-38C1-3D46-24AFCCA7B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761B5-6D36-05C8-2C96-FF3773699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D3B8F-FD2D-4818-9FD9-901D20BBEA4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220A5-7DE5-E46D-2FFA-411284317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3D4DE-10CE-3E15-61EC-92FB0F8BE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CFBE8-5F96-48B3-95EC-002B4E6E0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07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6E3A7-8DFE-3C5E-1889-B8DB1DCA8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2346229"/>
          </a:xfrm>
        </p:spPr>
        <p:txBody>
          <a:bodyPr anchor="b">
            <a:normAutofit/>
          </a:bodyPr>
          <a:lstStyle/>
          <a:p>
            <a:r>
              <a:rPr lang="en-IN" sz="32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 Charging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1A370-7369-CCCC-72AF-8A248BC82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4061345"/>
            <a:ext cx="4561369" cy="1416090"/>
          </a:xfrm>
        </p:spPr>
        <p:txBody>
          <a:bodyPr anchor="t">
            <a:normAutofit/>
          </a:bodyPr>
          <a:lstStyle/>
          <a:p>
            <a:r>
              <a:rPr lang="en-US" sz="1400">
                <a:solidFill>
                  <a:srgbClr val="595959"/>
                </a:solidFill>
              </a:rPr>
              <a:t>End-to-End Data Engineering &amp; Machine Learning Pipeline</a:t>
            </a:r>
          </a:p>
          <a:p>
            <a:r>
              <a:rPr lang="en-US" sz="1400">
                <a:solidFill>
                  <a:srgbClr val="595959"/>
                </a:solidFill>
              </a:rPr>
              <a:t>Durgaprasad Vamsi, Veera, Yashas</a:t>
            </a:r>
            <a:endParaRPr lang="en-IN" sz="1400">
              <a:solidFill>
                <a:srgbClr val="595959"/>
              </a:solidFill>
            </a:endParaRP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CF92ED23-97E7-F028-E7C4-98435B4CF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935" y="1419785"/>
            <a:ext cx="4018430" cy="401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05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7EBC1-581A-97C2-0E6B-39EDAF0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4000"/>
              <a:t>Problem Statement</a:t>
            </a:r>
            <a:endParaRPr lang="en-IN" sz="4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03076E-1EE4-AF83-68C5-2A8F39FE0A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719" y="2330505"/>
            <a:ext cx="4559425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 charging networks generate large volumes of real-time session data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Businesses need analytics for revenue forecasting and operational insights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Traditional systems struggle with real-time + batch integration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Need scalable cloud-based architecture for streaming and 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E3509B-0767-3C4E-3B04-CAABACBB9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4" r="37760" b="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2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9F207-7092-06A6-6325-D4EBF4AB4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IN" sz="5200"/>
              <a:t>Project Objective</a:t>
            </a:r>
            <a:br>
              <a:rPr lang="en-IN" sz="5200"/>
            </a:br>
            <a:endParaRPr lang="en-IN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51EA58-C7A0-3220-B4AC-EA2C648704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168511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900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EB262-EBDA-6A89-006A-F6B7CFC4F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IN" sz="400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F3804-F052-A0B4-0198-8F54F00B0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Data Generation (Python EV session simulator)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Local Streaming (Kafka)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Cloud Streaming (Google Pub/Sub)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Batch Processing (Apache Airflow)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Data Warehouse (</a:t>
            </a:r>
            <a:r>
              <a:rPr lang="en-IN" sz="1900" dirty="0" err="1"/>
              <a:t>BigQuery</a:t>
            </a:r>
            <a:r>
              <a:rPr lang="en-IN" sz="1900" dirty="0"/>
              <a:t> – </a:t>
            </a:r>
            <a:r>
              <a:rPr lang="en-IN" sz="1900" dirty="0" err="1"/>
              <a:t>ev_analytics</a:t>
            </a:r>
            <a:r>
              <a:rPr lang="en-IN" sz="19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Machine Learning (</a:t>
            </a:r>
            <a:r>
              <a:rPr lang="en-IN" sz="1900" dirty="0" err="1"/>
              <a:t>BigQuery</a:t>
            </a:r>
            <a:r>
              <a:rPr lang="en-IN" sz="1900" dirty="0"/>
              <a:t> ML – Linear Regression)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Visualization &amp; Monitoring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data processing process">
            <a:extLst>
              <a:ext uri="{FF2B5EF4-FFF2-40B4-BE49-F238E27FC236}">
                <a16:creationId xmlns:a16="http://schemas.microsoft.com/office/drawing/2014/main" id="{4CA99AA6-A5B7-4BEE-34B9-A6403EABB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48712"/>
            <a:ext cx="5334197" cy="356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80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14F63-1FF6-0A41-B768-50A9B98E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100"/>
              <a:t>Durga - Cloud Architecture &amp; BigQuery Layer</a:t>
            </a:r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87BF-76F0-285B-6B9C-EDF89AC8F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N" sz="1300"/>
              <a:t>Configured GCP project and enabled APIs</a:t>
            </a:r>
          </a:p>
          <a:p>
            <a:r>
              <a:rPr lang="en-IN" sz="1300"/>
              <a:t>Pub/Sub</a:t>
            </a:r>
          </a:p>
          <a:p>
            <a:r>
              <a:rPr lang="en-IN" sz="1300"/>
              <a:t>BigQuery</a:t>
            </a:r>
          </a:p>
          <a:p>
            <a:r>
              <a:rPr lang="en-IN" sz="1300"/>
              <a:t>Cloud Storage</a:t>
            </a:r>
          </a:p>
          <a:p>
            <a:r>
              <a:rPr lang="en-IN" sz="1300"/>
              <a:t>Vertex AI</a:t>
            </a:r>
          </a:p>
          <a:p>
            <a:r>
              <a:rPr lang="en-IN" sz="1300"/>
              <a:t>Cloud Logging</a:t>
            </a:r>
          </a:p>
          <a:p>
            <a:r>
              <a:rPr lang="en-IN" sz="1300"/>
              <a:t>Created BigQuery dataset: ev_analytics</a:t>
            </a:r>
          </a:p>
          <a:p>
            <a:r>
              <a:rPr lang="en-IN" sz="1300"/>
              <a:t>Loaded batch outputs into BigQuery</a:t>
            </a:r>
          </a:p>
          <a:p>
            <a:r>
              <a:rPr lang="en-IN" sz="1300"/>
              <a:t>Designed ml_train_data table</a:t>
            </a:r>
          </a:p>
          <a:p>
            <a:r>
              <a:rPr lang="en-IN" sz="1300"/>
              <a:t>Created and trained revenue_model using BigQuery ML</a:t>
            </a:r>
          </a:p>
          <a:p>
            <a:r>
              <a:rPr lang="en-IN" sz="1300"/>
              <a:t>Evaluated prediction accuracy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8899D9-1B43-3276-634F-94546AFEB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12602"/>
            <a:ext cx="5150277" cy="3257549"/>
          </a:xfrm>
          <a:prstGeom prst="rect">
            <a:avLst/>
          </a:prstGeom>
        </p:spPr>
      </p:pic>
      <p:sp>
        <p:nvSpPr>
          <p:cNvPr id="2079" name="Rectangle 207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2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0" name="Rectangle 308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D9D05-7F78-B07C-4061-51926EBD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Vamsi - Kafka</a:t>
            </a:r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2936-6081-2B62-E279-19AD17E77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N" sz="1600"/>
              <a:t>Kafka Local Streaming Layer</a:t>
            </a:r>
          </a:p>
          <a:p>
            <a:r>
              <a:rPr lang="en-IN" sz="1600"/>
              <a:t>Deployed Kafka &amp; Zookeeper using Docker Compose</a:t>
            </a:r>
          </a:p>
          <a:p>
            <a:r>
              <a:rPr lang="en-IN" sz="1600"/>
              <a:t>Created Kafka topic: ev-charging-sessions</a:t>
            </a:r>
          </a:p>
          <a:p>
            <a:r>
              <a:rPr lang="en-IN" sz="1600"/>
              <a:t>Developed producer to simulate EV charging events</a:t>
            </a:r>
          </a:p>
          <a:p>
            <a:r>
              <a:rPr lang="en-IN" sz="1600"/>
              <a:t>Implemented consumer to validate real-time ingestion</a:t>
            </a:r>
          </a:p>
          <a:p>
            <a:r>
              <a:rPr lang="en-IN" sz="1600"/>
              <a:t>Monitored topics and partitions using Kafdrop</a:t>
            </a:r>
          </a:p>
          <a:p>
            <a:r>
              <a:rPr lang="en-IN" sz="1600"/>
              <a:t>Resolved Docker networking and container issues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7559B13-89E3-EB0C-2034-5442436C9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12602"/>
            <a:ext cx="5150277" cy="3257549"/>
          </a:xfrm>
          <a:prstGeom prst="rect">
            <a:avLst/>
          </a:prstGeom>
        </p:spPr>
      </p:pic>
      <p:sp>
        <p:nvSpPr>
          <p:cNvPr id="3096" name="Rectangle 309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445C0-2FD0-091E-573F-788945E6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Veera - Streaming</a:t>
            </a:r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1BCB-D015-AED6-85AF-1758ED361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/>
              <a:t>Pub/Sub Cloud Streaming Integration</a:t>
            </a:r>
          </a:p>
          <a:p>
            <a:r>
              <a:rPr lang="en-US" sz="1700"/>
              <a:t>Created Pub/Sub topic and subscription</a:t>
            </a:r>
          </a:p>
          <a:p>
            <a:r>
              <a:rPr lang="en-US" sz="1700"/>
              <a:t>Configured IAM roles (Publisher &amp; Subscriber)</a:t>
            </a:r>
          </a:p>
          <a:p>
            <a:r>
              <a:rPr lang="en-US" sz="1700"/>
              <a:t>Generated service account key for authentication</a:t>
            </a:r>
          </a:p>
          <a:p>
            <a:r>
              <a:rPr lang="en-US" sz="1700"/>
              <a:t>Integrated publisher using GOOGLE_APPLICATION_CREDENTIALS</a:t>
            </a:r>
          </a:p>
          <a:p>
            <a:r>
              <a:rPr lang="en-US" sz="1700"/>
              <a:t>Validated real-time message delivery in cloud</a:t>
            </a:r>
          </a:p>
          <a:p>
            <a:r>
              <a:rPr lang="en-US" sz="1700"/>
              <a:t>Resolved IAM and permission errors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61CC01-22A9-5CC0-7D34-FE686EAF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12602"/>
            <a:ext cx="5150277" cy="3257549"/>
          </a:xfrm>
          <a:prstGeom prst="rect">
            <a:avLst/>
          </a:prstGeom>
        </p:spPr>
      </p:pic>
      <p:sp>
        <p:nvSpPr>
          <p:cNvPr id="4120" name="Rectangle 41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6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8" name="Rectangle 513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6357F-6A44-9047-1F74-58D21CE2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Yashas- Batch Processing</a:t>
            </a:r>
          </a:p>
        </p:txBody>
      </p:sp>
      <p:sp>
        <p:nvSpPr>
          <p:cNvPr id="5140" name="Rectangle 513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2" name="Rectangle 514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6699-D5FB-278F-1AFF-9E331A216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N" sz="1700"/>
              <a:t>Batch Processing &amp; Orchestration (Airflow)</a:t>
            </a:r>
          </a:p>
          <a:p>
            <a:r>
              <a:rPr lang="en-IN" sz="1700"/>
              <a:t>Designed DAG: ev_batch_pipeline</a:t>
            </a:r>
          </a:p>
          <a:p>
            <a:r>
              <a:rPr lang="en-IN" sz="1700"/>
              <a:t>Implemented pipeline:</a:t>
            </a:r>
          </a:p>
          <a:p>
            <a:r>
              <a:rPr lang="en-IN" sz="1700"/>
              <a:t>Read raw data</a:t>
            </a:r>
          </a:p>
          <a:p>
            <a:r>
              <a:rPr lang="en-IN" sz="1700"/>
              <a:t>Clean and validate</a:t>
            </a:r>
          </a:p>
          <a:p>
            <a:r>
              <a:rPr lang="en-IN" sz="1700"/>
              <a:t>Aggregate metrics</a:t>
            </a:r>
          </a:p>
          <a:p>
            <a:r>
              <a:rPr lang="en-IN" sz="1700"/>
              <a:t>Save output</a:t>
            </a:r>
          </a:p>
          <a:p>
            <a:r>
              <a:rPr lang="en-IN" sz="1700"/>
              <a:t>Generated batch_daily_aggregates table</a:t>
            </a:r>
          </a:p>
          <a:p>
            <a:r>
              <a:rPr lang="en-IN" sz="1700"/>
              <a:t>Configured Airflow scheduler &amp; webserver</a:t>
            </a:r>
          </a:p>
          <a:p>
            <a:r>
              <a:rPr lang="en-IN" sz="1700"/>
              <a:t>Validated successful DAG execution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16E6E0-1663-C52A-6645-16DE978C6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712602"/>
            <a:ext cx="5150277" cy="3257549"/>
          </a:xfrm>
          <a:prstGeom prst="rect">
            <a:avLst/>
          </a:prstGeom>
        </p:spPr>
      </p:pic>
      <p:sp>
        <p:nvSpPr>
          <p:cNvPr id="5144" name="Rectangle 514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9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5D1C9-D248-F05F-40ED-ABAA65FC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Data Warehouse (BigQuery)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15072-FDD1-0121-789A-165540DE3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N" sz="2000"/>
              <a:t>Dataset: ev_analytics</a:t>
            </a:r>
          </a:p>
          <a:p>
            <a:r>
              <a:rPr lang="en-IN" sz="2000"/>
              <a:t>Tables:</a:t>
            </a:r>
          </a:p>
          <a:p>
            <a:r>
              <a:rPr lang="en-IN" sz="2000"/>
              <a:t>batch_daily_aggregates</a:t>
            </a:r>
          </a:p>
          <a:p>
            <a:r>
              <a:rPr lang="en-IN" sz="2000"/>
              <a:t>ml_train_data</a:t>
            </a:r>
          </a:p>
          <a:p>
            <a:r>
              <a:rPr lang="en-IN" sz="2000"/>
              <a:t>Model:</a:t>
            </a:r>
          </a:p>
          <a:p>
            <a:r>
              <a:rPr lang="en-IN" sz="2000"/>
              <a:t>revenue_model</a:t>
            </a:r>
          </a:p>
          <a:p>
            <a:r>
              <a:rPr lang="en-IN" sz="2000"/>
              <a:t>SQL-based transformation for feature engineering</a:t>
            </a:r>
          </a:p>
          <a:p>
            <a:r>
              <a:rPr lang="en-IN" sz="2000"/>
              <a:t>Cloud-native scalable analytics layer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975A70-EB8E-FDA1-262C-1F00B94B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12602"/>
            <a:ext cx="5150277" cy="325754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08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D19E55-F350-A007-8E81-9089F45F3EC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CF204-C14F-AC25-D39D-EEA4BD3D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Machine Learning Model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A0894C-0B67-65D5-9367-F1A99F48CA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7294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206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F7953-E8EC-F2CD-BCED-1F0BA932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Revenue Prediction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88D21-8148-8E65-DDB5-098707251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Used ML.PREDICT() in BigQuery</a:t>
            </a:r>
          </a:p>
          <a:p>
            <a:r>
              <a:rPr lang="en-US" sz="2000"/>
              <a:t>Generated predicted_total_revenue_eur</a:t>
            </a:r>
          </a:p>
          <a:p>
            <a:r>
              <a:rPr lang="en-US" sz="2000"/>
              <a:t>Compared predicted vs actual revenue</a:t>
            </a:r>
          </a:p>
          <a:p>
            <a:r>
              <a:rPr lang="en-US" sz="2000"/>
              <a:t>Visualized results using BigQuery Studio</a:t>
            </a:r>
          </a:p>
          <a:p>
            <a:r>
              <a:rPr lang="en-US" sz="2000"/>
              <a:t>Enables data-driven revenue forecasting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7CFCFA-928D-0FE7-6657-FBCAD4C509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5" r="11532" b="1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6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27264-D9F4-530C-B446-B264EA0E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Monitoring &amp; Validation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94F7CB3-BE53-7E82-F047-F8DA90BB67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945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8A95A-9C0C-953D-8AFC-ABB45E73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Mathematical Perspective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D01A2D2-2F8F-D4EE-5C42-D05869A13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61616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214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71A7A-E730-1986-993F-94F6BB1B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Challenges Faced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38E9C-623B-D8EF-AA9B-8830D0D9F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Pub/Sub authentication errors</a:t>
            </a:r>
          </a:p>
          <a:p>
            <a:r>
              <a:rPr lang="en-US" sz="2000"/>
              <a:t>Docker networking conflicts</a:t>
            </a:r>
          </a:p>
          <a:p>
            <a:r>
              <a:rPr lang="en-US" sz="2000"/>
              <a:t>Airflow scheduler configuration issues</a:t>
            </a:r>
          </a:p>
          <a:p>
            <a:r>
              <a:rPr lang="en-US" sz="2000"/>
              <a:t>Schema mismatch in SQL queries</a:t>
            </a:r>
          </a:p>
          <a:p>
            <a:r>
              <a:rPr lang="en-US" sz="2000"/>
              <a:t>Streaming synchronization timing</a:t>
            </a:r>
          </a:p>
          <a:p>
            <a:r>
              <a:rPr lang="en-US" sz="2000"/>
              <a:t>All resolved through proper configuration and debugging</a:t>
            </a:r>
          </a:p>
          <a:p>
            <a:pPr marL="0" indent="0">
              <a:buNone/>
            </a:pPr>
            <a:endParaRPr lang="en-IN" sz="2000"/>
          </a:p>
        </p:txBody>
      </p:sp>
      <p:pic>
        <p:nvPicPr>
          <p:cNvPr id="6146" name="Picture 2" descr="Challenge - Free business and finance icons">
            <a:extLst>
              <a:ext uri="{FF2B5EF4-FFF2-40B4-BE49-F238E27FC236}">
                <a16:creationId xmlns:a16="http://schemas.microsoft.com/office/drawing/2014/main" id="{0039E8A4-71CF-7793-4B5C-AEC6EBF0E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9548" y="2484255"/>
            <a:ext cx="3714244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7" name="Rectangle 615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89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FCFF6-372B-BBCE-E4A0-0781C8914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Conclusion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00FF01-45C4-68CB-EE61-F2EAB3FF8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723289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856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594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EV Charging Analytics Platform</vt:lpstr>
      <vt:lpstr>Problem Statement</vt:lpstr>
      <vt:lpstr>Project Objective </vt:lpstr>
      <vt:lpstr>Architecture Overview</vt:lpstr>
      <vt:lpstr>Durga - Cloud Architecture &amp; BigQuery Layer</vt:lpstr>
      <vt:lpstr>Vamsi - Kafka</vt:lpstr>
      <vt:lpstr>Veera - Streaming</vt:lpstr>
      <vt:lpstr>Yashas- Batch Processing</vt:lpstr>
      <vt:lpstr>Data Warehouse (BigQuery)</vt:lpstr>
      <vt:lpstr>Machine Learning Model</vt:lpstr>
      <vt:lpstr>Revenue Prediction</vt:lpstr>
      <vt:lpstr>Monitoring &amp; Validation</vt:lpstr>
      <vt:lpstr>Mathematical Perspective</vt:lpstr>
      <vt:lpstr>Challenges Faced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Durga Prasad</dc:creator>
  <cp:lastModifiedBy>Durga Prasad</cp:lastModifiedBy>
  <cp:revision>2</cp:revision>
  <dcterms:created xsi:type="dcterms:W3CDTF">2026-02-13T10:40:10Z</dcterms:created>
  <dcterms:modified xsi:type="dcterms:W3CDTF">2026-02-13T15:56:53Z</dcterms:modified>
</cp:coreProperties>
</file>